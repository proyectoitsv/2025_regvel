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DM Sans Bold" charset="1" panose="00000000000000000000"/>
      <p:regular r:id="rId26"/>
    </p:embeddedFont>
    <p:embeddedFont>
      <p:font typeface="DM Sans" charset="1" panose="00000000000000000000"/>
      <p:regular r:id="rId27"/>
    </p:embeddedFont>
    <p:embeddedFont>
      <p:font typeface="Cambria Italics" charset="1" panose="020405030504060A0204"/>
      <p:regular r:id="rId28"/>
    </p:embeddedFont>
    <p:embeddedFont>
      <p:font typeface="Cambria" charset="1" panose="0204050305040603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8.pn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8.png" Type="http://schemas.openxmlformats.org/officeDocument/2006/relationships/image"/><Relationship Id="rId6" Target="../media/image29.svg" Type="http://schemas.openxmlformats.org/officeDocument/2006/relationships/image"/><Relationship Id="rId7" Target="../media/image30.png" Type="http://schemas.openxmlformats.org/officeDocument/2006/relationships/image"/><Relationship Id="rId8" Target="../media/image3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34.png" Type="http://schemas.openxmlformats.org/officeDocument/2006/relationships/image"/><Relationship Id="rId8" Target="../media/image3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20.png" Type="http://schemas.openxmlformats.org/officeDocument/2006/relationships/image"/><Relationship Id="rId6" Target="../media/image2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8.pn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3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svg" Type="http://schemas.openxmlformats.org/officeDocument/2006/relationships/image"/><Relationship Id="rId11" Target="../media/image40.png" Type="http://schemas.openxmlformats.org/officeDocument/2006/relationships/image"/><Relationship Id="rId12" Target="../media/image41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8.pn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37.pn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0.png" Type="http://schemas.openxmlformats.org/officeDocument/2006/relationships/image"/><Relationship Id="rId8" Target="../media/image41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png" Type="http://schemas.openxmlformats.org/officeDocument/2006/relationships/image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png" Type="http://schemas.openxmlformats.org/officeDocument/2006/relationships/image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png" Type="http://schemas.openxmlformats.org/officeDocument/2006/relationships/image"/><Relationship Id="rId12" Target="../media/image50.png" Type="http://schemas.openxmlformats.org/officeDocument/2006/relationships/image"/><Relationship Id="rId13" Target="../media/image56.png" Type="http://schemas.openxmlformats.org/officeDocument/2006/relationships/image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4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11" Target="../media/image58.png" Type="http://schemas.openxmlformats.org/officeDocument/2006/relationships/image"/><Relationship Id="rId12" Target="../media/image59.png" Type="http://schemas.openxmlformats.org/officeDocument/2006/relationships/image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VAG5-vwEqO8.mp4" Type="http://schemas.openxmlformats.org/officeDocument/2006/relationships/video"/><Relationship Id="rId11" Target="../media/VAG5-vwEqO8.mp4" Type="http://schemas.microsoft.com/office/2007/relationships/media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60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6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62.png" Type="http://schemas.openxmlformats.org/officeDocument/2006/relationships/image"/><Relationship Id="rId13" Target="../media/image63.png" Type="http://schemas.openxmlformats.org/officeDocument/2006/relationships/image"/><Relationship Id="rId14" Target="../media/image64.png" Type="http://schemas.openxmlformats.org/officeDocument/2006/relationships/image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Relationship Id="rId5" Target="../media/image8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4.png" Type="http://schemas.openxmlformats.org/officeDocument/2006/relationships/image"/><Relationship Id="rId9" Target="../media/image5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6730" y="0"/>
            <a:ext cx="16694540" cy="12166146"/>
          </a:xfrm>
          <a:custGeom>
            <a:avLst/>
            <a:gdLst/>
            <a:ahLst/>
            <a:cxnLst/>
            <a:rect r="r" b="b" t="t" l="l"/>
            <a:pathLst>
              <a:path h="12166146" w="16694540">
                <a:moveTo>
                  <a:pt x="0" y="0"/>
                </a:moveTo>
                <a:lnTo>
                  <a:pt x="16694540" y="0"/>
                </a:lnTo>
                <a:lnTo>
                  <a:pt x="16694540" y="12166146"/>
                </a:lnTo>
                <a:lnTo>
                  <a:pt x="0" y="12166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86077" y="1880278"/>
            <a:ext cx="11115847" cy="11270820"/>
          </a:xfrm>
          <a:custGeom>
            <a:avLst/>
            <a:gdLst/>
            <a:ahLst/>
            <a:cxnLst/>
            <a:rect r="r" b="b" t="t" l="l"/>
            <a:pathLst>
              <a:path h="11270820" w="11115847">
                <a:moveTo>
                  <a:pt x="0" y="0"/>
                </a:moveTo>
                <a:lnTo>
                  <a:pt x="11115846" y="0"/>
                </a:lnTo>
                <a:lnTo>
                  <a:pt x="11115846" y="11270821"/>
                </a:lnTo>
                <a:lnTo>
                  <a:pt x="0" y="112708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3932392" y="378537"/>
            <a:ext cx="3505119" cy="9908463"/>
          </a:xfrm>
          <a:custGeom>
            <a:avLst/>
            <a:gdLst/>
            <a:ahLst/>
            <a:cxnLst/>
            <a:rect r="r" b="b" t="t" l="l"/>
            <a:pathLst>
              <a:path h="9908463" w="3505119">
                <a:moveTo>
                  <a:pt x="3505119" y="0"/>
                </a:moveTo>
                <a:lnTo>
                  <a:pt x="0" y="0"/>
                </a:lnTo>
                <a:lnTo>
                  <a:pt x="0" y="9908463"/>
                </a:lnTo>
                <a:lnTo>
                  <a:pt x="3505119" y="9908463"/>
                </a:lnTo>
                <a:lnTo>
                  <a:pt x="3505119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13507" y="7958368"/>
            <a:ext cx="4374493" cy="2328632"/>
          </a:xfrm>
          <a:custGeom>
            <a:avLst/>
            <a:gdLst/>
            <a:ahLst/>
            <a:cxnLst/>
            <a:rect r="r" b="b" t="t" l="l"/>
            <a:pathLst>
              <a:path h="2328632" w="4374493">
                <a:moveTo>
                  <a:pt x="0" y="0"/>
                </a:moveTo>
                <a:lnTo>
                  <a:pt x="4374493" y="0"/>
                </a:lnTo>
                <a:lnTo>
                  <a:pt x="4374493" y="2328632"/>
                </a:lnTo>
                <a:lnTo>
                  <a:pt x="0" y="23286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86742" b="-8198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10699" y="378537"/>
            <a:ext cx="3505119" cy="9908463"/>
          </a:xfrm>
          <a:custGeom>
            <a:avLst/>
            <a:gdLst/>
            <a:ahLst/>
            <a:cxnLst/>
            <a:rect r="r" b="b" t="t" l="l"/>
            <a:pathLst>
              <a:path h="9908463" w="3505119">
                <a:moveTo>
                  <a:pt x="0" y="0"/>
                </a:moveTo>
                <a:lnTo>
                  <a:pt x="3505118" y="0"/>
                </a:lnTo>
                <a:lnTo>
                  <a:pt x="3505118" y="9908463"/>
                </a:lnTo>
                <a:lnTo>
                  <a:pt x="0" y="9908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0" y="7958368"/>
            <a:ext cx="4374493" cy="2328632"/>
          </a:xfrm>
          <a:custGeom>
            <a:avLst/>
            <a:gdLst/>
            <a:ahLst/>
            <a:cxnLst/>
            <a:rect r="r" b="b" t="t" l="l"/>
            <a:pathLst>
              <a:path h="2328632" w="4374493">
                <a:moveTo>
                  <a:pt x="4374493" y="0"/>
                </a:moveTo>
                <a:lnTo>
                  <a:pt x="0" y="0"/>
                </a:lnTo>
                <a:lnTo>
                  <a:pt x="0" y="2328632"/>
                </a:lnTo>
                <a:lnTo>
                  <a:pt x="4374493" y="2328632"/>
                </a:lnTo>
                <a:lnTo>
                  <a:pt x="4374493" y="0"/>
                </a:lnTo>
                <a:close/>
              </a:path>
            </a:pathLst>
          </a:custGeom>
          <a:blipFill>
            <a:blip r:embed="rId9"/>
            <a:stretch>
              <a:fillRect l="0" t="0" r="-86742" b="-8198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96730" y="-1255030"/>
            <a:ext cx="5105828" cy="5112218"/>
          </a:xfrm>
          <a:custGeom>
            <a:avLst/>
            <a:gdLst/>
            <a:ahLst/>
            <a:cxnLst/>
            <a:rect r="r" b="b" t="t" l="l"/>
            <a:pathLst>
              <a:path h="5112218" w="5105828">
                <a:moveTo>
                  <a:pt x="0" y="0"/>
                </a:moveTo>
                <a:lnTo>
                  <a:pt x="5105827" y="0"/>
                </a:lnTo>
                <a:lnTo>
                  <a:pt x="5105827" y="5112218"/>
                </a:lnTo>
                <a:lnTo>
                  <a:pt x="0" y="51122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747734" y="-1255030"/>
            <a:ext cx="5511566" cy="5518464"/>
          </a:xfrm>
          <a:custGeom>
            <a:avLst/>
            <a:gdLst/>
            <a:ahLst/>
            <a:cxnLst/>
            <a:rect r="r" b="b" t="t" l="l"/>
            <a:pathLst>
              <a:path h="5518464" w="5511566">
                <a:moveTo>
                  <a:pt x="0" y="0"/>
                </a:moveTo>
                <a:lnTo>
                  <a:pt x="5511566" y="0"/>
                </a:lnTo>
                <a:lnTo>
                  <a:pt x="5511566" y="5518464"/>
                </a:lnTo>
                <a:lnTo>
                  <a:pt x="0" y="55184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187522" y="3609067"/>
            <a:ext cx="10106443" cy="420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49"/>
              </a:lnSpc>
            </a:pPr>
            <a:r>
              <a:rPr lang="en-US" sz="10154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REG - VEL </a:t>
            </a:r>
          </a:p>
          <a:p>
            <a:pPr algn="ctr">
              <a:lnSpc>
                <a:spcPts val="7716"/>
              </a:lnSpc>
            </a:pPr>
            <a:r>
              <a:rPr lang="en-US" sz="7954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Limitador de Velocidad</a:t>
            </a:r>
          </a:p>
          <a:p>
            <a:pPr algn="ctr">
              <a:lnSpc>
                <a:spcPts val="7716"/>
              </a:lnSpc>
            </a:pPr>
            <a:r>
              <a:rPr lang="en-US" sz="7954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Automatico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19925" y="2919685"/>
            <a:ext cx="5048150" cy="47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9"/>
              </a:lnSpc>
            </a:pPr>
            <a:r>
              <a:rPr lang="en-US" sz="3844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Proyecto Final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6730" y="0"/>
            <a:ext cx="16694540" cy="12166146"/>
          </a:xfrm>
          <a:custGeom>
            <a:avLst/>
            <a:gdLst/>
            <a:ahLst/>
            <a:cxnLst/>
            <a:rect r="r" b="b" t="t" l="l"/>
            <a:pathLst>
              <a:path h="12166146" w="16694540">
                <a:moveTo>
                  <a:pt x="0" y="0"/>
                </a:moveTo>
                <a:lnTo>
                  <a:pt x="16694540" y="0"/>
                </a:lnTo>
                <a:lnTo>
                  <a:pt x="16694540" y="12166146"/>
                </a:lnTo>
                <a:lnTo>
                  <a:pt x="0" y="12166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86077" y="1880278"/>
            <a:ext cx="11115847" cy="11270820"/>
          </a:xfrm>
          <a:custGeom>
            <a:avLst/>
            <a:gdLst/>
            <a:ahLst/>
            <a:cxnLst/>
            <a:rect r="r" b="b" t="t" l="l"/>
            <a:pathLst>
              <a:path h="11270820" w="11115847">
                <a:moveTo>
                  <a:pt x="0" y="0"/>
                </a:moveTo>
                <a:lnTo>
                  <a:pt x="11115846" y="0"/>
                </a:lnTo>
                <a:lnTo>
                  <a:pt x="11115846" y="11270821"/>
                </a:lnTo>
                <a:lnTo>
                  <a:pt x="0" y="112708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3932392" y="378537"/>
            <a:ext cx="3505119" cy="9908463"/>
          </a:xfrm>
          <a:custGeom>
            <a:avLst/>
            <a:gdLst/>
            <a:ahLst/>
            <a:cxnLst/>
            <a:rect r="r" b="b" t="t" l="l"/>
            <a:pathLst>
              <a:path h="9908463" w="3505119">
                <a:moveTo>
                  <a:pt x="3505119" y="0"/>
                </a:moveTo>
                <a:lnTo>
                  <a:pt x="0" y="0"/>
                </a:lnTo>
                <a:lnTo>
                  <a:pt x="0" y="9908463"/>
                </a:lnTo>
                <a:lnTo>
                  <a:pt x="3505119" y="9908463"/>
                </a:lnTo>
                <a:lnTo>
                  <a:pt x="3505119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13507" y="7958368"/>
            <a:ext cx="4374493" cy="2328632"/>
          </a:xfrm>
          <a:custGeom>
            <a:avLst/>
            <a:gdLst/>
            <a:ahLst/>
            <a:cxnLst/>
            <a:rect r="r" b="b" t="t" l="l"/>
            <a:pathLst>
              <a:path h="2328632" w="4374493">
                <a:moveTo>
                  <a:pt x="0" y="0"/>
                </a:moveTo>
                <a:lnTo>
                  <a:pt x="4374493" y="0"/>
                </a:lnTo>
                <a:lnTo>
                  <a:pt x="4374493" y="2328632"/>
                </a:lnTo>
                <a:lnTo>
                  <a:pt x="0" y="23286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86742" b="-8198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10699" y="378537"/>
            <a:ext cx="3505119" cy="9908463"/>
          </a:xfrm>
          <a:custGeom>
            <a:avLst/>
            <a:gdLst/>
            <a:ahLst/>
            <a:cxnLst/>
            <a:rect r="r" b="b" t="t" l="l"/>
            <a:pathLst>
              <a:path h="9908463" w="3505119">
                <a:moveTo>
                  <a:pt x="0" y="0"/>
                </a:moveTo>
                <a:lnTo>
                  <a:pt x="3505118" y="0"/>
                </a:lnTo>
                <a:lnTo>
                  <a:pt x="3505118" y="9908463"/>
                </a:lnTo>
                <a:lnTo>
                  <a:pt x="0" y="9908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0" y="7958368"/>
            <a:ext cx="4374493" cy="2328632"/>
          </a:xfrm>
          <a:custGeom>
            <a:avLst/>
            <a:gdLst/>
            <a:ahLst/>
            <a:cxnLst/>
            <a:rect r="r" b="b" t="t" l="l"/>
            <a:pathLst>
              <a:path h="2328632" w="4374493">
                <a:moveTo>
                  <a:pt x="4374493" y="0"/>
                </a:moveTo>
                <a:lnTo>
                  <a:pt x="0" y="0"/>
                </a:lnTo>
                <a:lnTo>
                  <a:pt x="0" y="2328632"/>
                </a:lnTo>
                <a:lnTo>
                  <a:pt x="4374493" y="2328632"/>
                </a:lnTo>
                <a:lnTo>
                  <a:pt x="4374493" y="0"/>
                </a:lnTo>
                <a:close/>
              </a:path>
            </a:pathLst>
          </a:custGeom>
          <a:blipFill>
            <a:blip r:embed="rId9"/>
            <a:stretch>
              <a:fillRect l="0" t="0" r="-86742" b="-8198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96730" y="-1255030"/>
            <a:ext cx="5105828" cy="5112218"/>
          </a:xfrm>
          <a:custGeom>
            <a:avLst/>
            <a:gdLst/>
            <a:ahLst/>
            <a:cxnLst/>
            <a:rect r="r" b="b" t="t" l="l"/>
            <a:pathLst>
              <a:path h="5112218" w="5105828">
                <a:moveTo>
                  <a:pt x="0" y="0"/>
                </a:moveTo>
                <a:lnTo>
                  <a:pt x="5105827" y="0"/>
                </a:lnTo>
                <a:lnTo>
                  <a:pt x="5105827" y="5112218"/>
                </a:lnTo>
                <a:lnTo>
                  <a:pt x="0" y="511221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747734" y="-1255030"/>
            <a:ext cx="5511566" cy="5518464"/>
          </a:xfrm>
          <a:custGeom>
            <a:avLst/>
            <a:gdLst/>
            <a:ahLst/>
            <a:cxnLst/>
            <a:rect r="r" b="b" t="t" l="l"/>
            <a:pathLst>
              <a:path h="5518464" w="5511566">
                <a:moveTo>
                  <a:pt x="0" y="0"/>
                </a:moveTo>
                <a:lnTo>
                  <a:pt x="5511566" y="0"/>
                </a:lnTo>
                <a:lnTo>
                  <a:pt x="5511566" y="5518464"/>
                </a:lnTo>
                <a:lnTo>
                  <a:pt x="0" y="55184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090778" y="3519764"/>
            <a:ext cx="10106443" cy="3399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40"/>
              </a:lnSpc>
            </a:pPr>
            <a:r>
              <a:rPr lang="en-US" sz="7154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LA PROBLEMATICA</a:t>
            </a:r>
          </a:p>
          <a:p>
            <a:pPr algn="ctr">
              <a:lnSpc>
                <a:spcPts val="5679"/>
              </a:lnSpc>
            </a:pPr>
          </a:p>
          <a:p>
            <a:pPr algn="ctr">
              <a:lnSpc>
                <a:spcPts val="6940"/>
              </a:lnSpc>
            </a:pPr>
            <a:r>
              <a:rPr lang="en-US" sz="7154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LA ACCIDENTOLOGIA</a:t>
            </a:r>
          </a:p>
          <a:p>
            <a:pPr algn="ctr">
              <a:lnSpc>
                <a:spcPts val="6940"/>
              </a:lnSpc>
            </a:pPr>
            <a:r>
              <a:rPr lang="en-US" sz="7154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VIAL</a:t>
            </a:r>
          </a:p>
        </p:txBody>
      </p:sp>
    </p:spTree>
  </p:cSld>
  <p:clrMapOvr>
    <a:masterClrMapping/>
  </p:clrMapOvr>
  <p:transition spd="slow">
    <p:push dir="d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67609" y="-223980"/>
            <a:ext cx="14506702" cy="10734959"/>
          </a:xfrm>
          <a:custGeom>
            <a:avLst/>
            <a:gdLst/>
            <a:ahLst/>
            <a:cxnLst/>
            <a:rect r="r" b="b" t="t" l="l"/>
            <a:pathLst>
              <a:path h="10734959" w="14506702">
                <a:moveTo>
                  <a:pt x="0" y="0"/>
                </a:moveTo>
                <a:lnTo>
                  <a:pt x="14506702" y="0"/>
                </a:lnTo>
                <a:lnTo>
                  <a:pt x="14506702" y="10734960"/>
                </a:lnTo>
                <a:lnTo>
                  <a:pt x="0" y="1073496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23194" y="7644133"/>
            <a:ext cx="4964806" cy="2642867"/>
          </a:xfrm>
          <a:custGeom>
            <a:avLst/>
            <a:gdLst/>
            <a:ahLst/>
            <a:cxnLst/>
            <a:rect r="r" b="b" t="t" l="l"/>
            <a:pathLst>
              <a:path h="2642867" w="4964806">
                <a:moveTo>
                  <a:pt x="0" y="0"/>
                </a:moveTo>
                <a:lnTo>
                  <a:pt x="4964806" y="0"/>
                </a:lnTo>
                <a:lnTo>
                  <a:pt x="4964806" y="2642867"/>
                </a:lnTo>
                <a:lnTo>
                  <a:pt x="0" y="26428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0" y="8337367"/>
            <a:ext cx="3662519" cy="1949633"/>
          </a:xfrm>
          <a:custGeom>
            <a:avLst/>
            <a:gdLst/>
            <a:ahLst/>
            <a:cxnLst/>
            <a:rect r="r" b="b" t="t" l="l"/>
            <a:pathLst>
              <a:path h="1949633" w="3662519">
                <a:moveTo>
                  <a:pt x="3662519" y="0"/>
                </a:moveTo>
                <a:lnTo>
                  <a:pt x="0" y="0"/>
                </a:lnTo>
                <a:lnTo>
                  <a:pt x="0" y="1949633"/>
                </a:lnTo>
                <a:lnTo>
                  <a:pt x="3662519" y="1949633"/>
                </a:lnTo>
                <a:lnTo>
                  <a:pt x="3662519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140103" y="2856913"/>
            <a:ext cx="13339514" cy="16218254"/>
          </a:xfrm>
          <a:custGeom>
            <a:avLst/>
            <a:gdLst/>
            <a:ahLst/>
            <a:cxnLst/>
            <a:rect r="r" b="b" t="t" l="l"/>
            <a:pathLst>
              <a:path h="16218254" w="13339514">
                <a:moveTo>
                  <a:pt x="0" y="0"/>
                </a:moveTo>
                <a:lnTo>
                  <a:pt x="13339514" y="0"/>
                </a:lnTo>
                <a:lnTo>
                  <a:pt x="13339514" y="16218253"/>
                </a:lnTo>
                <a:lnTo>
                  <a:pt x="0" y="162182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373022" y="4839346"/>
            <a:ext cx="2278966" cy="5671634"/>
          </a:xfrm>
          <a:custGeom>
            <a:avLst/>
            <a:gdLst/>
            <a:ahLst/>
            <a:cxnLst/>
            <a:rect r="r" b="b" t="t" l="l"/>
            <a:pathLst>
              <a:path h="5671634" w="2278966">
                <a:moveTo>
                  <a:pt x="0" y="0"/>
                </a:moveTo>
                <a:lnTo>
                  <a:pt x="2278965" y="0"/>
                </a:lnTo>
                <a:lnTo>
                  <a:pt x="2278965" y="5671634"/>
                </a:lnTo>
                <a:lnTo>
                  <a:pt x="0" y="56716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312267" y="5489752"/>
            <a:ext cx="2325787" cy="2325787"/>
          </a:xfrm>
          <a:custGeom>
            <a:avLst/>
            <a:gdLst/>
            <a:ahLst/>
            <a:cxnLst/>
            <a:rect r="r" b="b" t="t" l="l"/>
            <a:pathLst>
              <a:path h="2325787" w="2325787">
                <a:moveTo>
                  <a:pt x="0" y="0"/>
                </a:moveTo>
                <a:lnTo>
                  <a:pt x="2325787" y="0"/>
                </a:lnTo>
                <a:lnTo>
                  <a:pt x="2325787" y="2325787"/>
                </a:lnTo>
                <a:lnTo>
                  <a:pt x="0" y="23257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439882" y="3134339"/>
            <a:ext cx="7246971" cy="188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54"/>
              </a:lnSpc>
            </a:pPr>
            <a:r>
              <a:rPr lang="en-US" sz="3178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La OMS considera que la velocidad es el factor más crucial para la seguridad de los sistemas de transporte.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0756" y="692839"/>
            <a:ext cx="8780862" cy="1760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6"/>
              </a:lnSpc>
            </a:pPr>
            <a:r>
              <a:rPr lang="en-US" sz="7951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IN</a:t>
            </a:r>
            <a:r>
              <a:rPr lang="en-US" b="true" sz="795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TRODUCCION</a:t>
            </a:r>
          </a:p>
          <a:p>
            <a:pPr algn="l">
              <a:lnSpc>
                <a:spcPts val="6256"/>
              </a:lnSpc>
            </a:pPr>
            <a:r>
              <a:rPr lang="en-US" b="true" sz="6951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EL PROBLEMA:</a:t>
            </a:r>
          </a:p>
        </p:txBody>
      </p:sp>
    </p:spTree>
  </p:cSld>
  <p:clrMapOvr>
    <a:masterClrMapping/>
  </p:clrMapOvr>
  <p:transition spd="slow">
    <p:push dir="d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446649" y="3403503"/>
            <a:ext cx="30216871" cy="8733116"/>
          </a:xfrm>
          <a:custGeom>
            <a:avLst/>
            <a:gdLst/>
            <a:ahLst/>
            <a:cxnLst/>
            <a:rect r="r" b="b" t="t" l="l"/>
            <a:pathLst>
              <a:path h="8733116" w="30216871">
                <a:moveTo>
                  <a:pt x="0" y="0"/>
                </a:moveTo>
                <a:lnTo>
                  <a:pt x="30216872" y="0"/>
                </a:lnTo>
                <a:lnTo>
                  <a:pt x="30216872" y="8733116"/>
                </a:lnTo>
                <a:lnTo>
                  <a:pt x="0" y="87331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27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221" y="-531090"/>
            <a:ext cx="18071559" cy="18323507"/>
          </a:xfrm>
          <a:custGeom>
            <a:avLst/>
            <a:gdLst/>
            <a:ahLst/>
            <a:cxnLst/>
            <a:rect r="r" b="b" t="t" l="l"/>
            <a:pathLst>
              <a:path h="18323507" w="18071559">
                <a:moveTo>
                  <a:pt x="0" y="0"/>
                </a:moveTo>
                <a:lnTo>
                  <a:pt x="18071558" y="0"/>
                </a:lnTo>
                <a:lnTo>
                  <a:pt x="18071558" y="18323507"/>
                </a:lnTo>
                <a:lnTo>
                  <a:pt x="0" y="183235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585287" y="6018625"/>
            <a:ext cx="6884411" cy="2954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22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Datos</a:t>
            </a:r>
            <a:r>
              <a:rPr lang="en-US" sz="22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de la OMS: </a:t>
            </a:r>
          </a:p>
          <a:p>
            <a:pPr algn="l" marL="496569" indent="-248284" lvl="1">
              <a:lnSpc>
                <a:spcPts val="3723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Reducir la velocidad media un 5 % baja las muertes un 30 %.</a:t>
            </a:r>
          </a:p>
          <a:p>
            <a:pPr algn="l">
              <a:lnSpc>
                <a:spcPts val="1457"/>
              </a:lnSpc>
            </a:pPr>
          </a:p>
          <a:p>
            <a:pPr algn="l">
              <a:lnSpc>
                <a:spcPts val="3725"/>
              </a:lnSpc>
            </a:pPr>
            <a:r>
              <a:rPr lang="en-US" sz="22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Beneficios de conducir más despacio: mayor seguridad, menor consumo de combustible y menos multas de tráfico.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0718" y="1835936"/>
            <a:ext cx="5915049" cy="2175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2"/>
              </a:lnSpc>
            </a:pPr>
            <a:r>
              <a:rPr lang="en-US" b="true" sz="2300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La causa</a:t>
            </a:r>
            <a:r>
              <a:rPr lang="en-US" sz="23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principal de los accidentes es el error humano: </a:t>
            </a:r>
            <a:r>
              <a:rPr lang="en-US" b="true" sz="2300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89,5 %.</a:t>
            </a:r>
          </a:p>
          <a:p>
            <a:pPr algn="l">
              <a:lnSpc>
                <a:spcPts val="1566"/>
              </a:lnSpc>
            </a:pPr>
          </a:p>
          <a:p>
            <a:pPr algn="l">
              <a:lnSpc>
                <a:spcPts val="4002"/>
              </a:lnSpc>
            </a:pPr>
            <a:r>
              <a:rPr lang="en-US" sz="23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 </a:t>
            </a:r>
            <a:r>
              <a:rPr lang="en-US" b="true" sz="2300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exceso de velocidad</a:t>
            </a:r>
            <a:r>
              <a:rPr lang="en-US" sz="23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es uno de los errores más comunes: </a:t>
            </a:r>
            <a:r>
              <a:rPr lang="en-US" b="true" sz="2300" strike="noStrike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90 %.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33790" y="595482"/>
            <a:ext cx="5020419" cy="1364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02"/>
              </a:lnSpc>
            </a:pPr>
            <a:r>
              <a:rPr lang="en-US" b="true" sz="70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LOS DATOS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644692" y="1653989"/>
            <a:ext cx="7730419" cy="4812762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159741" y="960733"/>
            <a:ext cx="5018120" cy="927953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219197" y="4353508"/>
            <a:ext cx="5018091" cy="5350682"/>
          </a:xfrm>
          <a:prstGeom prst="rect">
            <a:avLst/>
          </a:prstGeom>
        </p:spPr>
      </p:pic>
    </p:spTree>
  </p:cSld>
  <p:clrMapOvr>
    <a:masterClrMapping/>
  </p:clrMapOvr>
  <p:transition spd="slow">
    <p:push dir="d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735597" y="6964571"/>
            <a:ext cx="6241410" cy="3322429"/>
          </a:xfrm>
          <a:custGeom>
            <a:avLst/>
            <a:gdLst/>
            <a:ahLst/>
            <a:cxnLst/>
            <a:rect r="r" b="b" t="t" l="l"/>
            <a:pathLst>
              <a:path h="3322429" w="6241410">
                <a:moveTo>
                  <a:pt x="0" y="0"/>
                </a:moveTo>
                <a:lnTo>
                  <a:pt x="6241410" y="0"/>
                </a:lnTo>
                <a:lnTo>
                  <a:pt x="6241410" y="3322429"/>
                </a:lnTo>
                <a:lnTo>
                  <a:pt x="0" y="33224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86742" b="-81981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7735597" y="8263929"/>
            <a:ext cx="4552516" cy="2423397"/>
          </a:xfrm>
          <a:custGeom>
            <a:avLst/>
            <a:gdLst/>
            <a:ahLst/>
            <a:cxnLst/>
            <a:rect r="r" b="b" t="t" l="l"/>
            <a:pathLst>
              <a:path h="2423397" w="4552516">
                <a:moveTo>
                  <a:pt x="4552517" y="0"/>
                </a:moveTo>
                <a:lnTo>
                  <a:pt x="0" y="0"/>
                </a:lnTo>
                <a:lnTo>
                  <a:pt x="0" y="2423397"/>
                </a:lnTo>
                <a:lnTo>
                  <a:pt x="4552517" y="2423397"/>
                </a:lnTo>
                <a:lnTo>
                  <a:pt x="4552517" y="0"/>
                </a:lnTo>
                <a:close/>
              </a:path>
            </a:pathLst>
          </a:custGeom>
          <a:blipFill>
            <a:blip r:embed="rId3"/>
            <a:stretch>
              <a:fillRect l="0" t="0" r="-86742" b="-81981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832663" y="426063"/>
            <a:ext cx="9945247" cy="10083900"/>
          </a:xfrm>
          <a:custGeom>
            <a:avLst/>
            <a:gdLst/>
            <a:ahLst/>
            <a:cxnLst/>
            <a:rect r="r" b="b" t="t" l="l"/>
            <a:pathLst>
              <a:path h="10083900" w="9945247">
                <a:moveTo>
                  <a:pt x="0" y="0"/>
                </a:moveTo>
                <a:lnTo>
                  <a:pt x="9945246" y="0"/>
                </a:lnTo>
                <a:lnTo>
                  <a:pt x="9945246" y="10083901"/>
                </a:lnTo>
                <a:lnTo>
                  <a:pt x="0" y="100839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4955950" y="3948857"/>
            <a:ext cx="21930184" cy="6338143"/>
          </a:xfrm>
          <a:custGeom>
            <a:avLst/>
            <a:gdLst/>
            <a:ahLst/>
            <a:cxnLst/>
            <a:rect r="r" b="b" t="t" l="l"/>
            <a:pathLst>
              <a:path h="6338143" w="21930184">
                <a:moveTo>
                  <a:pt x="21930185" y="0"/>
                </a:moveTo>
                <a:lnTo>
                  <a:pt x="0" y="0"/>
                </a:lnTo>
                <a:lnTo>
                  <a:pt x="0" y="6338143"/>
                </a:lnTo>
                <a:lnTo>
                  <a:pt x="21930185" y="6338143"/>
                </a:lnTo>
                <a:lnTo>
                  <a:pt x="21930185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827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0">
            <a:off x="8807664" y="100125"/>
            <a:ext cx="15065197" cy="18316350"/>
          </a:xfrm>
          <a:custGeom>
            <a:avLst/>
            <a:gdLst/>
            <a:ahLst/>
            <a:cxnLst/>
            <a:rect r="r" b="b" t="t" l="l"/>
            <a:pathLst>
              <a:path h="18316350" w="15065197">
                <a:moveTo>
                  <a:pt x="15065198" y="0"/>
                </a:moveTo>
                <a:lnTo>
                  <a:pt x="0" y="0"/>
                </a:lnTo>
                <a:lnTo>
                  <a:pt x="0" y="18316350"/>
                </a:lnTo>
                <a:lnTo>
                  <a:pt x="15065198" y="18316350"/>
                </a:lnTo>
                <a:lnTo>
                  <a:pt x="15065198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539646"/>
            <a:ext cx="8466907" cy="4504280"/>
          </a:xfrm>
          <a:custGeom>
            <a:avLst/>
            <a:gdLst/>
            <a:ahLst/>
            <a:cxnLst/>
            <a:rect r="r" b="b" t="t" l="l"/>
            <a:pathLst>
              <a:path h="4504280" w="8466907">
                <a:moveTo>
                  <a:pt x="0" y="0"/>
                </a:moveTo>
                <a:lnTo>
                  <a:pt x="8466907" y="0"/>
                </a:lnTo>
                <a:lnTo>
                  <a:pt x="8466907" y="4504280"/>
                </a:lnTo>
                <a:lnTo>
                  <a:pt x="0" y="45042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575" t="-10447" r="-6810" b="-3935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4582695" y="6217875"/>
            <a:ext cx="11222790" cy="13644729"/>
          </a:xfrm>
          <a:custGeom>
            <a:avLst/>
            <a:gdLst/>
            <a:ahLst/>
            <a:cxnLst/>
            <a:rect r="r" b="b" t="t" l="l"/>
            <a:pathLst>
              <a:path h="13644729" w="11222790">
                <a:moveTo>
                  <a:pt x="0" y="0"/>
                </a:moveTo>
                <a:lnTo>
                  <a:pt x="11222790" y="0"/>
                </a:lnTo>
                <a:lnTo>
                  <a:pt x="11222790" y="13644730"/>
                </a:lnTo>
                <a:lnTo>
                  <a:pt x="0" y="136447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2867" y="2815327"/>
            <a:ext cx="7704271" cy="194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0"/>
              </a:lnSpc>
            </a:pPr>
            <a:r>
              <a:rPr lang="en-US" sz="8200" b="true">
                <a:solidFill>
                  <a:srgbClr val="FF0000"/>
                </a:solidFill>
                <a:latin typeface="DM Sans Bold"/>
                <a:ea typeface="DM Sans Bold"/>
                <a:cs typeface="DM Sans Bold"/>
                <a:sym typeface="DM Sans Bold"/>
              </a:rPr>
              <a:t>AL PELIGRO SE LLEGA RÁPIDO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7101" y="8241025"/>
            <a:ext cx="4155395" cy="101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80"/>
              </a:lnSpc>
            </a:pPr>
            <a:r>
              <a:rPr lang="en-US" sz="8200" i="true">
                <a:solidFill>
                  <a:srgbClr val="FF0000"/>
                </a:solidFill>
                <a:latin typeface="Cambria Italics"/>
                <a:ea typeface="Cambria Italics"/>
                <a:cs typeface="Cambria Italics"/>
                <a:sym typeface="Cambria Italics"/>
              </a:rPr>
              <a:t>E</a:t>
            </a:r>
            <a:r>
              <a:rPr lang="en-US" sz="8200">
                <a:solidFill>
                  <a:srgbClr val="FF0000"/>
                </a:solidFill>
                <a:latin typeface="Cambria"/>
                <a:ea typeface="Cambria"/>
                <a:cs typeface="Cambria"/>
                <a:sym typeface="Cambria"/>
              </a:rPr>
              <a:t> = K . V²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0945" y="6695011"/>
            <a:ext cx="5027708" cy="1135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4800">
                <a:solidFill>
                  <a:srgbClr val="FF0000"/>
                </a:solidFill>
                <a:latin typeface="DM Sans Bold"/>
                <a:ea typeface="DM Sans Bold"/>
                <a:cs typeface="DM Sans Bold"/>
                <a:sym typeface="DM Sans Bold"/>
              </a:rPr>
              <a:t>LA FORMULA DE </a:t>
            </a:r>
          </a:p>
          <a:p>
            <a:pPr algn="ctr">
              <a:lnSpc>
                <a:spcPts val="4320"/>
              </a:lnSpc>
            </a:pPr>
            <a:r>
              <a:rPr lang="en-US" b="true" sz="4800">
                <a:solidFill>
                  <a:srgbClr val="FF0000"/>
                </a:solidFill>
                <a:latin typeface="DM Sans Bold"/>
                <a:ea typeface="DM Sans Bold"/>
                <a:cs typeface="DM Sans Bold"/>
                <a:sym typeface="DM Sans Bold"/>
              </a:rPr>
              <a:t>ENERGIA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15689" y="-499840"/>
            <a:ext cx="16694540" cy="12166146"/>
          </a:xfrm>
          <a:custGeom>
            <a:avLst/>
            <a:gdLst/>
            <a:ahLst/>
            <a:cxnLst/>
            <a:rect r="r" b="b" t="t" l="l"/>
            <a:pathLst>
              <a:path h="12166146" w="16694540">
                <a:moveTo>
                  <a:pt x="0" y="0"/>
                </a:moveTo>
                <a:lnTo>
                  <a:pt x="16694541" y="0"/>
                </a:lnTo>
                <a:lnTo>
                  <a:pt x="16694541" y="12166146"/>
                </a:lnTo>
                <a:lnTo>
                  <a:pt x="0" y="12166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7230027" y="637871"/>
            <a:ext cx="20697203" cy="25163773"/>
          </a:xfrm>
          <a:custGeom>
            <a:avLst/>
            <a:gdLst/>
            <a:ahLst/>
            <a:cxnLst/>
            <a:rect r="r" b="b" t="t" l="l"/>
            <a:pathLst>
              <a:path h="25163773" w="20697203">
                <a:moveTo>
                  <a:pt x="0" y="0"/>
                </a:moveTo>
                <a:lnTo>
                  <a:pt x="20697203" y="0"/>
                </a:lnTo>
                <a:lnTo>
                  <a:pt x="20697203" y="25163773"/>
                </a:lnTo>
                <a:lnTo>
                  <a:pt x="0" y="2516377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171738" y="2767227"/>
            <a:ext cx="3829865" cy="3829865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260213" y="2686638"/>
            <a:ext cx="3898025" cy="3898025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3301783" y="978438"/>
            <a:ext cx="7977932" cy="1123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58"/>
              </a:lnSpc>
            </a:pPr>
            <a:r>
              <a:rPr lang="en-US" b="true" sz="5899">
                <a:solidFill>
                  <a:srgbClr val="FFFEFE"/>
                </a:solidFill>
                <a:latin typeface="DM Sans Bold"/>
                <a:ea typeface="DM Sans Bold"/>
                <a:cs typeface="DM Sans Bold"/>
                <a:sym typeface="DM Sans Bold"/>
              </a:rPr>
              <a:t>DATOS ESTADISTICOS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43570" y="6427098"/>
            <a:ext cx="3793182" cy="485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0"/>
              </a:lnSpc>
            </a:pPr>
            <a:r>
              <a:rPr lang="en-US" b="true" sz="2500">
                <a:solidFill>
                  <a:srgbClr val="FFFEFE"/>
                </a:solidFill>
                <a:latin typeface="DM Sans Bold"/>
                <a:ea typeface="DM Sans Bold"/>
                <a:cs typeface="DM Sans Bold"/>
                <a:sym typeface="DM Sans Bold"/>
              </a:rPr>
              <a:t>POSIBILIDAD ACCIDENTE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705441" y="6427098"/>
            <a:ext cx="3258592" cy="485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0"/>
              </a:lnSpc>
            </a:pPr>
            <a:r>
              <a:rPr lang="en-US" b="true" sz="2500">
                <a:solidFill>
                  <a:srgbClr val="FFFEFE"/>
                </a:solidFill>
                <a:latin typeface="DM Sans Bold"/>
                <a:ea typeface="DM Sans Bold"/>
                <a:cs typeface="DM Sans Bold"/>
                <a:sym typeface="DM Sans Bold"/>
              </a:rPr>
              <a:t>POSIBILIDAD MUERTE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36080" y="4159263"/>
            <a:ext cx="1101179" cy="864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0"/>
              </a:lnSpc>
            </a:pPr>
            <a:r>
              <a:rPr lang="en-US" b="true" sz="4499">
                <a:solidFill>
                  <a:srgbClr val="FFFEFE"/>
                </a:solidFill>
                <a:latin typeface="DM Sans Bold"/>
                <a:ea typeface="DM Sans Bold"/>
                <a:cs typeface="DM Sans Bold"/>
                <a:sym typeface="DM Sans Bold"/>
              </a:rPr>
              <a:t>10%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68317" y="4112755"/>
            <a:ext cx="1244650" cy="864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0"/>
              </a:lnSpc>
            </a:pPr>
            <a:r>
              <a:rPr lang="en-US" b="true" sz="4499">
                <a:solidFill>
                  <a:srgbClr val="FFFEFE"/>
                </a:solidFill>
                <a:latin typeface="DM Sans Bold"/>
                <a:ea typeface="DM Sans Bold"/>
                <a:cs typeface="DM Sans Bold"/>
                <a:sym typeface="DM Sans Bold"/>
              </a:rPr>
              <a:t>30%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021018" y="2064731"/>
            <a:ext cx="8539460" cy="670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b="true" sz="3500">
                <a:solidFill>
                  <a:srgbClr val="FFFEFE"/>
                </a:solidFill>
                <a:latin typeface="DM Sans Bold"/>
                <a:ea typeface="DM Sans Bold"/>
                <a:cs typeface="DM Sans Bold"/>
                <a:sym typeface="DM Sans Bold"/>
              </a:rPr>
              <a:t>AL EXCEDER UN 5% MAS LA VELOCIDAD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715716" y="0"/>
            <a:ext cx="16694540" cy="12166146"/>
          </a:xfrm>
          <a:custGeom>
            <a:avLst/>
            <a:gdLst/>
            <a:ahLst/>
            <a:cxnLst/>
            <a:rect r="r" b="b" t="t" l="l"/>
            <a:pathLst>
              <a:path h="12166146" w="16694540">
                <a:moveTo>
                  <a:pt x="0" y="0"/>
                </a:moveTo>
                <a:lnTo>
                  <a:pt x="16694540" y="0"/>
                </a:lnTo>
                <a:lnTo>
                  <a:pt x="16694540" y="12166146"/>
                </a:lnTo>
                <a:lnTo>
                  <a:pt x="0" y="12166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5136984" y="299270"/>
            <a:ext cx="20697203" cy="25163773"/>
          </a:xfrm>
          <a:custGeom>
            <a:avLst/>
            <a:gdLst/>
            <a:ahLst/>
            <a:cxnLst/>
            <a:rect r="r" b="b" t="t" l="l"/>
            <a:pathLst>
              <a:path h="25163773" w="20697203">
                <a:moveTo>
                  <a:pt x="20697203" y="0"/>
                </a:moveTo>
                <a:lnTo>
                  <a:pt x="0" y="0"/>
                </a:lnTo>
                <a:lnTo>
                  <a:pt x="0" y="25163773"/>
                </a:lnTo>
                <a:lnTo>
                  <a:pt x="20697203" y="25163773"/>
                </a:lnTo>
                <a:lnTo>
                  <a:pt x="20697203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638051" y="2422735"/>
            <a:ext cx="3829865" cy="3829865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2678154" y="2417055"/>
            <a:ext cx="3898025" cy="3898025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6289029" y="664208"/>
            <a:ext cx="10452348" cy="1012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86"/>
              </a:lnSpc>
            </a:pPr>
            <a:r>
              <a:rPr lang="en-US" b="true" sz="52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SI RESPETAMOS LA VEL MAXIMA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17822" y="6190270"/>
            <a:ext cx="1870323" cy="485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0"/>
              </a:lnSpc>
            </a:pPr>
            <a:r>
              <a:rPr lang="en-US" b="true" sz="25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COLISIONES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002684" y="6110292"/>
            <a:ext cx="1248966" cy="485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0"/>
              </a:lnSpc>
            </a:pPr>
            <a:r>
              <a:rPr lang="en-US" b="true" sz="25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MUERTE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939514" y="3814771"/>
            <a:ext cx="1226939" cy="864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0"/>
              </a:lnSpc>
            </a:pPr>
            <a:r>
              <a:rPr lang="en-US" b="true" sz="44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49</a:t>
            </a:r>
            <a:r>
              <a:rPr lang="en-US" b="true" sz="44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97123" y="3843172"/>
            <a:ext cx="1222921" cy="864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0"/>
              </a:lnSpc>
            </a:pPr>
            <a:r>
              <a:rPr lang="en-US" b="true" sz="44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69</a:t>
            </a:r>
            <a:r>
              <a:rPr lang="en-US" b="true" sz="44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%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64688" y="1721331"/>
            <a:ext cx="2838301" cy="804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4"/>
              </a:lnSpc>
            </a:pPr>
            <a:r>
              <a:rPr lang="en-US" b="true" sz="4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SE REDUCE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446649" y="3403503"/>
            <a:ext cx="30216871" cy="8733116"/>
          </a:xfrm>
          <a:custGeom>
            <a:avLst/>
            <a:gdLst/>
            <a:ahLst/>
            <a:cxnLst/>
            <a:rect r="r" b="b" t="t" l="l"/>
            <a:pathLst>
              <a:path h="8733116" w="30216871">
                <a:moveTo>
                  <a:pt x="0" y="0"/>
                </a:moveTo>
                <a:lnTo>
                  <a:pt x="30216872" y="0"/>
                </a:lnTo>
                <a:lnTo>
                  <a:pt x="30216872" y="8733116"/>
                </a:lnTo>
                <a:lnTo>
                  <a:pt x="0" y="87331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27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9940" y="-353404"/>
            <a:ext cx="17928120" cy="18178069"/>
          </a:xfrm>
          <a:custGeom>
            <a:avLst/>
            <a:gdLst/>
            <a:ahLst/>
            <a:cxnLst/>
            <a:rect r="r" b="b" t="t" l="l"/>
            <a:pathLst>
              <a:path h="18178069" w="17928120">
                <a:moveTo>
                  <a:pt x="0" y="0"/>
                </a:moveTo>
                <a:lnTo>
                  <a:pt x="17928120" y="0"/>
                </a:lnTo>
                <a:lnTo>
                  <a:pt x="17928120" y="18178069"/>
                </a:lnTo>
                <a:lnTo>
                  <a:pt x="0" y="1817806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500731" y="722118"/>
            <a:ext cx="13286539" cy="11097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396"/>
              </a:lnSpc>
            </a:pPr>
            <a:r>
              <a:rPr lang="en-US" b="true" sz="57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CASO ITS VILLADA A RÍO CEBALLOS</a:t>
            </a:r>
          </a:p>
        </p:txBody>
      </p:sp>
      <p:sp>
        <p:nvSpPr>
          <p:cNvPr name="AutoShape 6" id="6"/>
          <p:cNvSpPr/>
          <p:nvPr/>
        </p:nvSpPr>
        <p:spPr>
          <a:xfrm>
            <a:off x="639500" y="2682813"/>
            <a:ext cx="1700900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639500" y="3582457"/>
            <a:ext cx="1700900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125443" y="2792351"/>
            <a:ext cx="2699473" cy="61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4"/>
              </a:lnSpc>
            </a:pPr>
            <a:r>
              <a:rPr lang="en-US" b="true" sz="31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VELOCIDAD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47152" y="2792351"/>
            <a:ext cx="4982562" cy="61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4"/>
              </a:lnSpc>
            </a:pPr>
            <a:r>
              <a:rPr lang="en-US" b="true" sz="31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DISTANCIA DE FRENADO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05145" y="2792351"/>
            <a:ext cx="2024323" cy="61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4"/>
              </a:lnSpc>
            </a:pPr>
            <a:r>
              <a:rPr lang="en-US" b="true" sz="31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RIESGO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339089" y="2547435"/>
            <a:ext cx="2896361" cy="106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4"/>
              </a:lnSpc>
            </a:pPr>
            <a:r>
              <a:rPr lang="en-US" b="true" sz="26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DURACION DEL RECORRIDO</a:t>
            </a:r>
          </a:p>
        </p:txBody>
      </p:sp>
      <p:sp>
        <p:nvSpPr>
          <p:cNvPr name="AutoShape 12" id="12"/>
          <p:cNvSpPr/>
          <p:nvPr/>
        </p:nvSpPr>
        <p:spPr>
          <a:xfrm>
            <a:off x="1125155" y="4850443"/>
            <a:ext cx="13214221" cy="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0956149" y="3889285"/>
            <a:ext cx="1922315" cy="1922315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6" id="16"/>
          <p:cNvSpPr/>
          <p:nvPr/>
        </p:nvSpPr>
        <p:spPr>
          <a:xfrm>
            <a:off x="1149293" y="8069206"/>
            <a:ext cx="13189795" cy="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0571774" y="6723674"/>
            <a:ext cx="2691065" cy="2691065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16764" y="4104588"/>
            <a:ext cx="1443338" cy="1443338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B2A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189813" y="7120586"/>
            <a:ext cx="1897241" cy="1897241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FB2A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28700" y="4057550"/>
            <a:ext cx="2699473" cy="61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4"/>
              </a:lnSpc>
            </a:pPr>
            <a:r>
              <a:rPr lang="en-US" b="true" sz="31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CASO 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7150211"/>
            <a:ext cx="2699473" cy="61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4"/>
              </a:lnSpc>
            </a:pPr>
            <a:r>
              <a:rPr lang="en-US" b="true" sz="31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CASO 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125155" y="4888543"/>
            <a:ext cx="2699473" cy="61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4"/>
              </a:lnSpc>
            </a:pPr>
            <a:r>
              <a:rPr lang="en-US" b="true" sz="3199">
                <a:solidFill>
                  <a:srgbClr val="FF0000"/>
                </a:solidFill>
                <a:latin typeface="DM Sans Bold"/>
                <a:ea typeface="DM Sans Bold"/>
                <a:cs typeface="DM Sans Bold"/>
                <a:sym typeface="DM Sans Bold"/>
              </a:rPr>
              <a:t>110 Km/h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25155" y="8107306"/>
            <a:ext cx="2699473" cy="61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4"/>
              </a:lnSpc>
            </a:pPr>
            <a:r>
              <a:rPr lang="en-US" b="true" sz="3199">
                <a:solidFill>
                  <a:srgbClr val="FF0000"/>
                </a:solidFill>
                <a:latin typeface="DM Sans Bold"/>
                <a:ea typeface="DM Sans Bold"/>
                <a:cs typeface="DM Sans Bold"/>
                <a:sym typeface="DM Sans Bold"/>
              </a:rPr>
              <a:t>130 Km/h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571774" y="7692606"/>
            <a:ext cx="2699473" cy="61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4"/>
              </a:lnSpc>
            </a:pPr>
            <a:r>
              <a:rPr lang="en-US" b="true" sz="31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70%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571774" y="4457600"/>
            <a:ext cx="2699473" cy="61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4"/>
              </a:lnSpc>
            </a:pPr>
            <a:r>
              <a:rPr lang="en-US" b="true" sz="31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30%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538457" y="4402043"/>
            <a:ext cx="1199953" cy="61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4"/>
              </a:lnSpc>
            </a:pPr>
            <a:r>
              <a:rPr lang="en-US" b="true" sz="31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88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788696" y="7636711"/>
            <a:ext cx="2699473" cy="61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4"/>
              </a:lnSpc>
            </a:pPr>
            <a:r>
              <a:rPr lang="en-US" b="true" sz="31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160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604759" y="1758819"/>
            <a:ext cx="13286539" cy="864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0"/>
              </a:lnSpc>
            </a:pPr>
            <a:r>
              <a:rPr lang="en-US" b="true" sz="44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RECORRIDO DE </a:t>
            </a:r>
            <a:r>
              <a:rPr lang="en-US" b="true" sz="4499">
                <a:solidFill>
                  <a:srgbClr val="FF0000"/>
                </a:solidFill>
                <a:latin typeface="DM Sans Bold"/>
                <a:ea typeface="DM Sans Bold"/>
                <a:cs typeface="DM Sans Bold"/>
                <a:sym typeface="DM Sans Bold"/>
              </a:rPr>
              <a:t>34 KM </a:t>
            </a:r>
            <a:r>
              <a:rPr lang="en-US" b="true" sz="44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DE DISATANCIA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724866" y="4473843"/>
            <a:ext cx="2699473" cy="61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4"/>
              </a:lnSpc>
            </a:pPr>
            <a:r>
              <a:rPr lang="en-US" b="true" sz="3199">
                <a:solidFill>
                  <a:srgbClr val="FF0000"/>
                </a:solidFill>
                <a:latin typeface="DM Sans Bold"/>
                <a:ea typeface="DM Sans Bold"/>
                <a:cs typeface="DM Sans Bold"/>
                <a:sym typeface="DM Sans Bold"/>
              </a:rPr>
              <a:t>20 min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724866" y="7692606"/>
            <a:ext cx="2699473" cy="61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84"/>
              </a:lnSpc>
            </a:pPr>
            <a:r>
              <a:rPr lang="en-US" b="true" sz="3199">
                <a:solidFill>
                  <a:srgbClr val="FF0000"/>
                </a:solidFill>
                <a:latin typeface="DM Sans Bold"/>
                <a:ea typeface="DM Sans Bold"/>
                <a:cs typeface="DM Sans Bold"/>
                <a:sym typeface="DM Sans Bold"/>
              </a:rPr>
              <a:t>15 min</a:t>
            </a:r>
          </a:p>
        </p:txBody>
      </p:sp>
    </p:spTree>
  </p:cSld>
  <p:clrMapOvr>
    <a:masterClrMapping/>
  </p:clrMapOvr>
  <p:transition spd="slow">
    <p:push dir="d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249860" y="-223980"/>
            <a:ext cx="14506702" cy="10734959"/>
          </a:xfrm>
          <a:custGeom>
            <a:avLst/>
            <a:gdLst/>
            <a:ahLst/>
            <a:cxnLst/>
            <a:rect r="r" b="b" t="t" l="l"/>
            <a:pathLst>
              <a:path h="10734959" w="14506702">
                <a:moveTo>
                  <a:pt x="14506701" y="0"/>
                </a:moveTo>
                <a:lnTo>
                  <a:pt x="0" y="0"/>
                </a:lnTo>
                <a:lnTo>
                  <a:pt x="0" y="10734960"/>
                </a:lnTo>
                <a:lnTo>
                  <a:pt x="14506701" y="10734960"/>
                </a:lnTo>
                <a:lnTo>
                  <a:pt x="1450670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323194" y="7644133"/>
            <a:ext cx="4964806" cy="2642867"/>
          </a:xfrm>
          <a:custGeom>
            <a:avLst/>
            <a:gdLst/>
            <a:ahLst/>
            <a:cxnLst/>
            <a:rect r="r" b="b" t="t" l="l"/>
            <a:pathLst>
              <a:path h="2642867" w="4964806">
                <a:moveTo>
                  <a:pt x="0" y="0"/>
                </a:moveTo>
                <a:lnTo>
                  <a:pt x="4964806" y="0"/>
                </a:lnTo>
                <a:lnTo>
                  <a:pt x="4964806" y="2642867"/>
                </a:lnTo>
                <a:lnTo>
                  <a:pt x="0" y="26428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0" y="8015270"/>
            <a:ext cx="4267599" cy="2271730"/>
          </a:xfrm>
          <a:custGeom>
            <a:avLst/>
            <a:gdLst/>
            <a:ahLst/>
            <a:cxnLst/>
            <a:rect r="r" b="b" t="t" l="l"/>
            <a:pathLst>
              <a:path h="2271730" w="4267599">
                <a:moveTo>
                  <a:pt x="4267599" y="0"/>
                </a:moveTo>
                <a:lnTo>
                  <a:pt x="0" y="0"/>
                </a:lnTo>
                <a:lnTo>
                  <a:pt x="0" y="2271730"/>
                </a:lnTo>
                <a:lnTo>
                  <a:pt x="4267599" y="2271730"/>
                </a:lnTo>
                <a:lnTo>
                  <a:pt x="4267599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5392667" y="3350923"/>
            <a:ext cx="13042384" cy="15857002"/>
          </a:xfrm>
          <a:custGeom>
            <a:avLst/>
            <a:gdLst/>
            <a:ahLst/>
            <a:cxnLst/>
            <a:rect r="r" b="b" t="t" l="l"/>
            <a:pathLst>
              <a:path h="15857002" w="13042384">
                <a:moveTo>
                  <a:pt x="13042384" y="0"/>
                </a:moveTo>
                <a:lnTo>
                  <a:pt x="0" y="0"/>
                </a:lnTo>
                <a:lnTo>
                  <a:pt x="0" y="15857002"/>
                </a:lnTo>
                <a:lnTo>
                  <a:pt x="13042384" y="15857002"/>
                </a:lnTo>
                <a:lnTo>
                  <a:pt x="1304238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26480" y="5501279"/>
            <a:ext cx="2142853" cy="214285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-2086921" y="4256784"/>
            <a:ext cx="8169655" cy="8169655"/>
          </a:xfrm>
          <a:custGeom>
            <a:avLst/>
            <a:gdLst/>
            <a:ahLst/>
            <a:cxnLst/>
            <a:rect r="r" b="b" t="t" l="l"/>
            <a:pathLst>
              <a:path h="8169655" w="8169655">
                <a:moveTo>
                  <a:pt x="0" y="0"/>
                </a:moveTo>
                <a:lnTo>
                  <a:pt x="8169655" y="0"/>
                </a:lnTo>
                <a:lnTo>
                  <a:pt x="8169655" y="8169655"/>
                </a:lnTo>
                <a:lnTo>
                  <a:pt x="0" y="81696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364884" y="3992674"/>
            <a:ext cx="10106443" cy="3236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49"/>
              </a:lnSpc>
            </a:pPr>
            <a:r>
              <a:rPr lang="en-US" sz="10154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REG - VEL </a:t>
            </a:r>
          </a:p>
          <a:p>
            <a:pPr algn="ctr">
              <a:lnSpc>
                <a:spcPts val="7716"/>
              </a:lnSpc>
            </a:pPr>
            <a:r>
              <a:rPr lang="en-US" sz="7954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Limitador de Velocidad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28497" y="1247775"/>
            <a:ext cx="8780862" cy="988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56"/>
              </a:lnSpc>
            </a:pPr>
            <a:r>
              <a:rPr lang="en-US" sz="7951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LA SOLUCIÓN 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662519" y="-788078"/>
            <a:ext cx="18596794" cy="13552413"/>
          </a:xfrm>
          <a:custGeom>
            <a:avLst/>
            <a:gdLst/>
            <a:ahLst/>
            <a:cxnLst/>
            <a:rect r="r" b="b" t="t" l="l"/>
            <a:pathLst>
              <a:path h="13552413" w="18596794">
                <a:moveTo>
                  <a:pt x="0" y="0"/>
                </a:moveTo>
                <a:lnTo>
                  <a:pt x="18596793" y="0"/>
                </a:lnTo>
                <a:lnTo>
                  <a:pt x="18596793" y="13552413"/>
                </a:lnTo>
                <a:lnTo>
                  <a:pt x="0" y="135524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2821678" y="8337367"/>
            <a:ext cx="3662519" cy="1949633"/>
          </a:xfrm>
          <a:custGeom>
            <a:avLst/>
            <a:gdLst/>
            <a:ahLst/>
            <a:cxnLst/>
            <a:rect r="r" b="b" t="t" l="l"/>
            <a:pathLst>
              <a:path h="1949633" w="3662519">
                <a:moveTo>
                  <a:pt x="3662519" y="0"/>
                </a:moveTo>
                <a:lnTo>
                  <a:pt x="0" y="0"/>
                </a:lnTo>
                <a:lnTo>
                  <a:pt x="0" y="1949633"/>
                </a:lnTo>
                <a:lnTo>
                  <a:pt x="3662519" y="1949633"/>
                </a:lnTo>
                <a:lnTo>
                  <a:pt x="3662519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990419" y="8283483"/>
            <a:ext cx="3662519" cy="1949633"/>
          </a:xfrm>
          <a:custGeom>
            <a:avLst/>
            <a:gdLst/>
            <a:ahLst/>
            <a:cxnLst/>
            <a:rect r="r" b="b" t="t" l="l"/>
            <a:pathLst>
              <a:path h="1949633" w="3662519">
                <a:moveTo>
                  <a:pt x="3662518" y="0"/>
                </a:moveTo>
                <a:lnTo>
                  <a:pt x="0" y="0"/>
                </a:lnTo>
                <a:lnTo>
                  <a:pt x="0" y="1949634"/>
                </a:lnTo>
                <a:lnTo>
                  <a:pt x="3662518" y="1949634"/>
                </a:lnTo>
                <a:lnTo>
                  <a:pt x="3662518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0" y="8337367"/>
            <a:ext cx="3662519" cy="1949633"/>
          </a:xfrm>
          <a:custGeom>
            <a:avLst/>
            <a:gdLst/>
            <a:ahLst/>
            <a:cxnLst/>
            <a:rect r="r" b="b" t="t" l="l"/>
            <a:pathLst>
              <a:path h="1949633" w="3662519">
                <a:moveTo>
                  <a:pt x="3662519" y="0"/>
                </a:moveTo>
                <a:lnTo>
                  <a:pt x="0" y="0"/>
                </a:lnTo>
                <a:lnTo>
                  <a:pt x="0" y="1949633"/>
                </a:lnTo>
                <a:lnTo>
                  <a:pt x="3662519" y="1949633"/>
                </a:lnTo>
                <a:lnTo>
                  <a:pt x="3662519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7994698" y="-161239"/>
            <a:ext cx="18798966" cy="22855886"/>
          </a:xfrm>
          <a:custGeom>
            <a:avLst/>
            <a:gdLst/>
            <a:ahLst/>
            <a:cxnLst/>
            <a:rect r="r" b="b" t="t" l="l"/>
            <a:pathLst>
              <a:path h="22855886" w="18798966">
                <a:moveTo>
                  <a:pt x="0" y="0"/>
                </a:moveTo>
                <a:lnTo>
                  <a:pt x="18798966" y="0"/>
                </a:lnTo>
                <a:lnTo>
                  <a:pt x="18798966" y="22855886"/>
                </a:lnTo>
                <a:lnTo>
                  <a:pt x="0" y="228558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547722" y="2420669"/>
            <a:ext cx="2567780" cy="1933243"/>
            <a:chOff x="0" y="0"/>
            <a:chExt cx="952477" cy="7171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52477" cy="717106"/>
            </a:xfrm>
            <a:custGeom>
              <a:avLst/>
              <a:gdLst/>
              <a:ahLst/>
              <a:cxnLst/>
              <a:rect r="r" b="b" t="t" l="l"/>
              <a:pathLst>
                <a:path h="717106" w="952477">
                  <a:moveTo>
                    <a:pt x="476238" y="0"/>
                  </a:moveTo>
                  <a:cubicBezTo>
                    <a:pt x="213219" y="0"/>
                    <a:pt x="0" y="160530"/>
                    <a:pt x="0" y="358553"/>
                  </a:cubicBezTo>
                  <a:cubicBezTo>
                    <a:pt x="0" y="556576"/>
                    <a:pt x="213219" y="717106"/>
                    <a:pt x="476238" y="717106"/>
                  </a:cubicBezTo>
                  <a:cubicBezTo>
                    <a:pt x="739258" y="717106"/>
                    <a:pt x="952477" y="556576"/>
                    <a:pt x="952477" y="358553"/>
                  </a:cubicBezTo>
                  <a:cubicBezTo>
                    <a:pt x="952477" y="160530"/>
                    <a:pt x="739258" y="0"/>
                    <a:pt x="47623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89295" y="554"/>
              <a:ext cx="773887" cy="6493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51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3230454" y="1941184"/>
            <a:ext cx="3202316" cy="3202316"/>
          </a:xfrm>
          <a:custGeom>
            <a:avLst/>
            <a:gdLst/>
            <a:ahLst/>
            <a:cxnLst/>
            <a:rect r="r" b="b" t="t" l="l"/>
            <a:pathLst>
              <a:path h="3202316" w="3202316">
                <a:moveTo>
                  <a:pt x="0" y="0"/>
                </a:moveTo>
                <a:lnTo>
                  <a:pt x="3202316" y="0"/>
                </a:lnTo>
                <a:lnTo>
                  <a:pt x="3202316" y="3202316"/>
                </a:lnTo>
                <a:lnTo>
                  <a:pt x="0" y="32023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547838" y="1757220"/>
            <a:ext cx="2881324" cy="2881324"/>
          </a:xfrm>
          <a:custGeom>
            <a:avLst/>
            <a:gdLst/>
            <a:ahLst/>
            <a:cxnLst/>
            <a:rect r="r" b="b" t="t" l="l"/>
            <a:pathLst>
              <a:path h="2881324" w="2881324">
                <a:moveTo>
                  <a:pt x="0" y="0"/>
                </a:moveTo>
                <a:lnTo>
                  <a:pt x="2881324" y="0"/>
                </a:lnTo>
                <a:lnTo>
                  <a:pt x="2881324" y="2881324"/>
                </a:lnTo>
                <a:lnTo>
                  <a:pt x="0" y="28813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73946" y="926432"/>
            <a:ext cx="8976662" cy="830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4"/>
              </a:lnSpc>
            </a:pPr>
            <a:r>
              <a:rPr lang="en-US" sz="6805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COMO FUNCIONA?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2313905" y="1757220"/>
            <a:ext cx="2881324" cy="2881324"/>
          </a:xfrm>
          <a:custGeom>
            <a:avLst/>
            <a:gdLst/>
            <a:ahLst/>
            <a:cxnLst/>
            <a:rect r="r" b="b" t="t" l="l"/>
            <a:pathLst>
              <a:path h="2881324" w="2881324">
                <a:moveTo>
                  <a:pt x="0" y="0"/>
                </a:moveTo>
                <a:lnTo>
                  <a:pt x="2881323" y="0"/>
                </a:lnTo>
                <a:lnTo>
                  <a:pt x="2881323" y="2881324"/>
                </a:lnTo>
                <a:lnTo>
                  <a:pt x="0" y="28813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354671" y="-7720739"/>
            <a:ext cx="12359283" cy="12359283"/>
          </a:xfrm>
          <a:custGeom>
            <a:avLst/>
            <a:gdLst/>
            <a:ahLst/>
            <a:cxnLst/>
            <a:rect r="r" b="b" t="t" l="l"/>
            <a:pathLst>
              <a:path h="12359283" w="12359283">
                <a:moveTo>
                  <a:pt x="0" y="0"/>
                </a:moveTo>
                <a:lnTo>
                  <a:pt x="12359283" y="0"/>
                </a:lnTo>
                <a:lnTo>
                  <a:pt x="12359283" y="12359283"/>
                </a:lnTo>
                <a:lnTo>
                  <a:pt x="0" y="1235928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14847" y="2478605"/>
            <a:ext cx="9435760" cy="183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830"/>
              </a:lnSpc>
            </a:pPr>
            <a:r>
              <a:rPr lang="en-US" sz="42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Dep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nd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do 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z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on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por 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on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 s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cule, e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dis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po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si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tiv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 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ntern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 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li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itar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á l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eloc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ida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hícu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en-US" sz="4200" strike="noStrike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-3233002">
            <a:off x="5262543" y="-4313118"/>
            <a:ext cx="7085712" cy="19914821"/>
            <a:chOff x="0" y="0"/>
            <a:chExt cx="1866196" cy="52450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66196" cy="5245056"/>
            </a:xfrm>
            <a:custGeom>
              <a:avLst/>
              <a:gdLst/>
              <a:ahLst/>
              <a:cxnLst/>
              <a:rect r="r" b="b" t="t" l="l"/>
              <a:pathLst>
                <a:path h="5245056" w="1866196">
                  <a:moveTo>
                    <a:pt x="0" y="0"/>
                  </a:moveTo>
                  <a:lnTo>
                    <a:pt x="1866196" y="0"/>
                  </a:lnTo>
                  <a:lnTo>
                    <a:pt x="1866196" y="5245056"/>
                  </a:lnTo>
                  <a:lnTo>
                    <a:pt x="0" y="524505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866196" cy="5283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3233002">
            <a:off x="7262349" y="-4584908"/>
            <a:ext cx="3086100" cy="19914821"/>
            <a:chOff x="0" y="0"/>
            <a:chExt cx="812800" cy="52450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5245056"/>
            </a:xfrm>
            <a:custGeom>
              <a:avLst/>
              <a:gdLst/>
              <a:ahLst/>
              <a:cxnLst/>
              <a:rect r="r" b="b" t="t" l="l"/>
              <a:pathLst>
                <a:path h="5245056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5245056"/>
                  </a:lnTo>
                  <a:lnTo>
                    <a:pt x="0" y="5245056"/>
                  </a:lnTo>
                  <a:close/>
                </a:path>
              </a:pathLst>
            </a:custGeom>
            <a:solidFill>
              <a:srgbClr val="DDB93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52831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2197555">
            <a:off x="-2244914" y="1686909"/>
            <a:ext cx="21717459" cy="7636509"/>
          </a:xfrm>
          <a:custGeom>
            <a:avLst/>
            <a:gdLst/>
            <a:ahLst/>
            <a:cxnLst/>
            <a:rect r="r" b="b" t="t" l="l"/>
            <a:pathLst>
              <a:path h="7636509" w="21717459">
                <a:moveTo>
                  <a:pt x="0" y="0"/>
                </a:moveTo>
                <a:lnTo>
                  <a:pt x="21717459" y="0"/>
                </a:lnTo>
                <a:lnTo>
                  <a:pt x="21717459" y="7636508"/>
                </a:lnTo>
                <a:lnTo>
                  <a:pt x="0" y="76365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7148" t="-24036" r="-21063" b="-32971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182891" y="330982"/>
            <a:ext cx="7105109" cy="9559607"/>
          </a:xfrm>
          <a:custGeom>
            <a:avLst/>
            <a:gdLst/>
            <a:ahLst/>
            <a:cxnLst/>
            <a:rect r="r" b="b" t="t" l="l"/>
            <a:pathLst>
              <a:path h="9559607" w="7105109">
                <a:moveTo>
                  <a:pt x="0" y="0"/>
                </a:moveTo>
                <a:lnTo>
                  <a:pt x="7105109" y="0"/>
                </a:lnTo>
                <a:lnTo>
                  <a:pt x="7105109" y="9559607"/>
                </a:lnTo>
                <a:lnTo>
                  <a:pt x="0" y="95596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497" r="-21448" b="-28735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311751">
            <a:off x="890936" y="2078284"/>
            <a:ext cx="6143884" cy="3786169"/>
          </a:xfrm>
          <a:custGeom>
            <a:avLst/>
            <a:gdLst/>
            <a:ahLst/>
            <a:cxnLst/>
            <a:rect r="r" b="b" t="t" l="l"/>
            <a:pathLst>
              <a:path h="3786169" w="6143884">
                <a:moveTo>
                  <a:pt x="0" y="0"/>
                </a:moveTo>
                <a:lnTo>
                  <a:pt x="6143885" y="0"/>
                </a:lnTo>
                <a:lnTo>
                  <a:pt x="6143885" y="3786169"/>
                </a:lnTo>
                <a:lnTo>
                  <a:pt x="0" y="37861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771467" y="554345"/>
            <a:ext cx="4668306" cy="1350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8"/>
              </a:lnSpc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Detección GPS: conoce la ubicación y verifica los límites de la carretera.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71467" y="2367311"/>
            <a:ext cx="4487833" cy="221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1"/>
              </a:lnSpc>
            </a:pPr>
          </a:p>
          <a:p>
            <a:pPr algn="l">
              <a:lnSpc>
                <a:spcPts val="3551"/>
              </a:lnSpc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Medición: Compara la velocidad actual del vehiculo con la velocidad límite de la zona.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71467" y="5577617"/>
            <a:ext cx="4426448" cy="876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1"/>
              </a:lnSpc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Acción: Si se excede, limita la potencia del motor (no frena).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71467" y="7892824"/>
            <a:ext cx="4668306" cy="1772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1"/>
              </a:lnSpc>
            </a:pPr>
            <a:r>
              <a:rPr lang="en-US" sz="24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Cancelación: Modo de emergencia (por ejemplo, "tocar dos veces") para cancelar el limitador.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-3595174">
            <a:off x="3505398" y="1996949"/>
            <a:ext cx="1453502" cy="2151367"/>
          </a:xfrm>
          <a:custGeom>
            <a:avLst/>
            <a:gdLst/>
            <a:ahLst/>
            <a:cxnLst/>
            <a:rect r="r" b="b" t="t" l="l"/>
            <a:pathLst>
              <a:path h="2151367" w="1453502">
                <a:moveTo>
                  <a:pt x="0" y="0"/>
                </a:moveTo>
                <a:lnTo>
                  <a:pt x="1453502" y="0"/>
                </a:lnTo>
                <a:lnTo>
                  <a:pt x="1453502" y="2151367"/>
                </a:lnTo>
                <a:lnTo>
                  <a:pt x="0" y="21513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7700" r="0" b="-770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7328724">
            <a:off x="2561921" y="3416165"/>
            <a:ext cx="1370271" cy="2151367"/>
          </a:xfrm>
          <a:custGeom>
            <a:avLst/>
            <a:gdLst/>
            <a:ahLst/>
            <a:cxnLst/>
            <a:rect r="r" b="b" t="t" l="l"/>
            <a:pathLst>
              <a:path h="2151367" w="1370271">
                <a:moveTo>
                  <a:pt x="0" y="0"/>
                </a:moveTo>
                <a:lnTo>
                  <a:pt x="1370271" y="0"/>
                </a:lnTo>
                <a:lnTo>
                  <a:pt x="1370271" y="2151367"/>
                </a:lnTo>
                <a:lnTo>
                  <a:pt x="0" y="21513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4396" r="0" b="-4396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850011" y="4203630"/>
            <a:ext cx="2881324" cy="2881324"/>
          </a:xfrm>
          <a:custGeom>
            <a:avLst/>
            <a:gdLst/>
            <a:ahLst/>
            <a:cxnLst/>
            <a:rect r="r" b="b" t="t" l="l"/>
            <a:pathLst>
              <a:path h="2881324" w="2881324">
                <a:moveTo>
                  <a:pt x="0" y="0"/>
                </a:moveTo>
                <a:lnTo>
                  <a:pt x="2881324" y="0"/>
                </a:lnTo>
                <a:lnTo>
                  <a:pt x="2881324" y="2881324"/>
                </a:lnTo>
                <a:lnTo>
                  <a:pt x="0" y="28813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522379" y="3253547"/>
            <a:ext cx="2881324" cy="2881324"/>
          </a:xfrm>
          <a:custGeom>
            <a:avLst/>
            <a:gdLst/>
            <a:ahLst/>
            <a:cxnLst/>
            <a:rect r="r" b="b" t="t" l="l"/>
            <a:pathLst>
              <a:path h="2881324" w="2881324">
                <a:moveTo>
                  <a:pt x="0" y="0"/>
                </a:moveTo>
                <a:lnTo>
                  <a:pt x="2881323" y="0"/>
                </a:lnTo>
                <a:lnTo>
                  <a:pt x="2881323" y="2881324"/>
                </a:lnTo>
                <a:lnTo>
                  <a:pt x="0" y="28813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rd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034230" y="2215950"/>
            <a:ext cx="29438820" cy="8508248"/>
          </a:xfrm>
          <a:custGeom>
            <a:avLst/>
            <a:gdLst/>
            <a:ahLst/>
            <a:cxnLst/>
            <a:rect r="r" b="b" t="t" l="l"/>
            <a:pathLst>
              <a:path h="8508248" w="29438820">
                <a:moveTo>
                  <a:pt x="29438820" y="0"/>
                </a:moveTo>
                <a:lnTo>
                  <a:pt x="0" y="0"/>
                </a:lnTo>
                <a:lnTo>
                  <a:pt x="0" y="8508248"/>
                </a:lnTo>
                <a:lnTo>
                  <a:pt x="29438820" y="8508248"/>
                </a:lnTo>
                <a:lnTo>
                  <a:pt x="2943882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27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98379" y="-1031924"/>
            <a:ext cx="5511566" cy="5518464"/>
          </a:xfrm>
          <a:custGeom>
            <a:avLst/>
            <a:gdLst/>
            <a:ahLst/>
            <a:cxnLst/>
            <a:rect r="r" b="b" t="t" l="l"/>
            <a:pathLst>
              <a:path h="5518464" w="5511566">
                <a:moveTo>
                  <a:pt x="0" y="0"/>
                </a:moveTo>
                <a:lnTo>
                  <a:pt x="5511566" y="0"/>
                </a:lnTo>
                <a:lnTo>
                  <a:pt x="5511566" y="5518464"/>
                </a:lnTo>
                <a:lnTo>
                  <a:pt x="0" y="55184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151" y="-664307"/>
            <a:ext cx="17953698" cy="18204003"/>
          </a:xfrm>
          <a:custGeom>
            <a:avLst/>
            <a:gdLst/>
            <a:ahLst/>
            <a:cxnLst/>
            <a:rect r="r" b="b" t="t" l="l"/>
            <a:pathLst>
              <a:path h="18204003" w="17953698">
                <a:moveTo>
                  <a:pt x="0" y="0"/>
                </a:moveTo>
                <a:lnTo>
                  <a:pt x="17953698" y="0"/>
                </a:lnTo>
                <a:lnTo>
                  <a:pt x="17953698" y="18204003"/>
                </a:lnTo>
                <a:lnTo>
                  <a:pt x="0" y="182040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418530" y="3075705"/>
            <a:ext cx="6611050" cy="4495514"/>
          </a:xfrm>
          <a:custGeom>
            <a:avLst/>
            <a:gdLst/>
            <a:ahLst/>
            <a:cxnLst/>
            <a:rect r="r" b="b" t="t" l="l"/>
            <a:pathLst>
              <a:path h="4495514" w="6611050">
                <a:moveTo>
                  <a:pt x="0" y="0"/>
                </a:moveTo>
                <a:lnTo>
                  <a:pt x="6611050" y="0"/>
                </a:lnTo>
                <a:lnTo>
                  <a:pt x="6611050" y="4495514"/>
                </a:lnTo>
                <a:lnTo>
                  <a:pt x="0" y="44955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89011" y="690229"/>
            <a:ext cx="10638629" cy="8377920"/>
          </a:xfrm>
          <a:custGeom>
            <a:avLst/>
            <a:gdLst/>
            <a:ahLst/>
            <a:cxnLst/>
            <a:rect r="r" b="b" t="t" l="l"/>
            <a:pathLst>
              <a:path h="8377920" w="10638629">
                <a:moveTo>
                  <a:pt x="0" y="0"/>
                </a:moveTo>
                <a:lnTo>
                  <a:pt x="10638629" y="0"/>
                </a:lnTo>
                <a:lnTo>
                  <a:pt x="10638629" y="8377920"/>
                </a:lnTo>
                <a:lnTo>
                  <a:pt x="0" y="83779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367621" y="1042305"/>
            <a:ext cx="7221422" cy="68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b="true" sz="558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SU DISEÑO</a:t>
            </a:r>
          </a:p>
        </p:txBody>
      </p:sp>
    </p:spTree>
  </p:cSld>
  <p:clrMapOvr>
    <a:masterClrMapping/>
  </p:clrMapOvr>
  <p:transition spd="slow">
    <p:cover dir="rd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034230" y="2215950"/>
            <a:ext cx="29438820" cy="8508248"/>
          </a:xfrm>
          <a:custGeom>
            <a:avLst/>
            <a:gdLst/>
            <a:ahLst/>
            <a:cxnLst/>
            <a:rect r="r" b="b" t="t" l="l"/>
            <a:pathLst>
              <a:path h="8508248" w="29438820">
                <a:moveTo>
                  <a:pt x="29438820" y="0"/>
                </a:moveTo>
                <a:lnTo>
                  <a:pt x="0" y="0"/>
                </a:lnTo>
                <a:lnTo>
                  <a:pt x="0" y="8508248"/>
                </a:lnTo>
                <a:lnTo>
                  <a:pt x="29438820" y="8508248"/>
                </a:lnTo>
                <a:lnTo>
                  <a:pt x="2943882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27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98379" y="-1031924"/>
            <a:ext cx="5511566" cy="5518464"/>
          </a:xfrm>
          <a:custGeom>
            <a:avLst/>
            <a:gdLst/>
            <a:ahLst/>
            <a:cxnLst/>
            <a:rect r="r" b="b" t="t" l="l"/>
            <a:pathLst>
              <a:path h="5518464" w="5511566">
                <a:moveTo>
                  <a:pt x="0" y="0"/>
                </a:moveTo>
                <a:lnTo>
                  <a:pt x="5511566" y="0"/>
                </a:lnTo>
                <a:lnTo>
                  <a:pt x="5511566" y="5518464"/>
                </a:lnTo>
                <a:lnTo>
                  <a:pt x="0" y="55184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151" y="-664307"/>
            <a:ext cx="17953698" cy="18204003"/>
          </a:xfrm>
          <a:custGeom>
            <a:avLst/>
            <a:gdLst/>
            <a:ahLst/>
            <a:cxnLst/>
            <a:rect r="r" b="b" t="t" l="l"/>
            <a:pathLst>
              <a:path h="18204003" w="17953698">
                <a:moveTo>
                  <a:pt x="0" y="0"/>
                </a:moveTo>
                <a:lnTo>
                  <a:pt x="17953698" y="0"/>
                </a:lnTo>
                <a:lnTo>
                  <a:pt x="17953698" y="18204003"/>
                </a:lnTo>
                <a:lnTo>
                  <a:pt x="0" y="182040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648193" y="2556616"/>
            <a:ext cx="4080142" cy="4061248"/>
          </a:xfrm>
          <a:custGeom>
            <a:avLst/>
            <a:gdLst/>
            <a:ahLst/>
            <a:cxnLst/>
            <a:rect r="r" b="b" t="t" l="l"/>
            <a:pathLst>
              <a:path h="4061248" w="4080142">
                <a:moveTo>
                  <a:pt x="0" y="0"/>
                </a:moveTo>
                <a:lnTo>
                  <a:pt x="4080143" y="0"/>
                </a:lnTo>
                <a:lnTo>
                  <a:pt x="4080143" y="4061248"/>
                </a:lnTo>
                <a:lnTo>
                  <a:pt x="0" y="40612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465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32622" y="2215950"/>
            <a:ext cx="4818664" cy="5189330"/>
          </a:xfrm>
          <a:custGeom>
            <a:avLst/>
            <a:gdLst/>
            <a:ahLst/>
            <a:cxnLst/>
            <a:rect r="r" b="b" t="t" l="l"/>
            <a:pathLst>
              <a:path h="5189330" w="4818664">
                <a:moveTo>
                  <a:pt x="0" y="0"/>
                </a:moveTo>
                <a:lnTo>
                  <a:pt x="4818664" y="0"/>
                </a:lnTo>
                <a:lnTo>
                  <a:pt x="4818664" y="5189331"/>
                </a:lnTo>
                <a:lnTo>
                  <a:pt x="0" y="518933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155556" y="6772392"/>
            <a:ext cx="3780233" cy="803464"/>
          </a:xfrm>
          <a:custGeom>
            <a:avLst/>
            <a:gdLst/>
            <a:ahLst/>
            <a:cxnLst/>
            <a:rect r="r" b="b" t="t" l="l"/>
            <a:pathLst>
              <a:path h="803464" w="3780233">
                <a:moveTo>
                  <a:pt x="0" y="0"/>
                </a:moveTo>
                <a:lnTo>
                  <a:pt x="3780234" y="0"/>
                </a:lnTo>
                <a:lnTo>
                  <a:pt x="3780234" y="803464"/>
                </a:lnTo>
                <a:lnTo>
                  <a:pt x="0" y="80346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33289" y="1038219"/>
            <a:ext cx="7221422" cy="68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b="true" sz="558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LAS ENTRADAS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47528" y="7210971"/>
            <a:ext cx="419629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b="true" sz="4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SEÑAL GPS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32045" y="6741689"/>
            <a:ext cx="4196290" cy="98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b="true" sz="4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PEDAL ACELERADOR</a:t>
            </a:r>
          </a:p>
        </p:txBody>
      </p:sp>
    </p:spTree>
  </p:cSld>
  <p:clrMapOvr>
    <a:masterClrMapping/>
  </p:clrMapOvr>
  <p:transition spd="slow">
    <p:push dir="d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034230" y="2215950"/>
            <a:ext cx="29438820" cy="8508248"/>
          </a:xfrm>
          <a:custGeom>
            <a:avLst/>
            <a:gdLst/>
            <a:ahLst/>
            <a:cxnLst/>
            <a:rect r="r" b="b" t="t" l="l"/>
            <a:pathLst>
              <a:path h="8508248" w="29438820">
                <a:moveTo>
                  <a:pt x="29438820" y="0"/>
                </a:moveTo>
                <a:lnTo>
                  <a:pt x="0" y="0"/>
                </a:lnTo>
                <a:lnTo>
                  <a:pt x="0" y="8508248"/>
                </a:lnTo>
                <a:lnTo>
                  <a:pt x="29438820" y="8508248"/>
                </a:lnTo>
                <a:lnTo>
                  <a:pt x="2943882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27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98379" y="-1031924"/>
            <a:ext cx="5511566" cy="5518464"/>
          </a:xfrm>
          <a:custGeom>
            <a:avLst/>
            <a:gdLst/>
            <a:ahLst/>
            <a:cxnLst/>
            <a:rect r="r" b="b" t="t" l="l"/>
            <a:pathLst>
              <a:path h="5518464" w="5511566">
                <a:moveTo>
                  <a:pt x="0" y="0"/>
                </a:moveTo>
                <a:lnTo>
                  <a:pt x="5511566" y="0"/>
                </a:lnTo>
                <a:lnTo>
                  <a:pt x="5511566" y="5518464"/>
                </a:lnTo>
                <a:lnTo>
                  <a:pt x="0" y="55184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151" y="-664307"/>
            <a:ext cx="17953698" cy="18204003"/>
          </a:xfrm>
          <a:custGeom>
            <a:avLst/>
            <a:gdLst/>
            <a:ahLst/>
            <a:cxnLst/>
            <a:rect r="r" b="b" t="t" l="l"/>
            <a:pathLst>
              <a:path h="18204003" w="17953698">
                <a:moveTo>
                  <a:pt x="0" y="0"/>
                </a:moveTo>
                <a:lnTo>
                  <a:pt x="17953698" y="0"/>
                </a:lnTo>
                <a:lnTo>
                  <a:pt x="17953698" y="18204003"/>
                </a:lnTo>
                <a:lnTo>
                  <a:pt x="0" y="182040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647918" y="2439980"/>
            <a:ext cx="5407039" cy="5407039"/>
          </a:xfrm>
          <a:custGeom>
            <a:avLst/>
            <a:gdLst/>
            <a:ahLst/>
            <a:cxnLst/>
            <a:rect r="r" b="b" t="t" l="l"/>
            <a:pathLst>
              <a:path h="5407039" w="5407039">
                <a:moveTo>
                  <a:pt x="0" y="0"/>
                </a:moveTo>
                <a:lnTo>
                  <a:pt x="5407039" y="0"/>
                </a:lnTo>
                <a:lnTo>
                  <a:pt x="5407039" y="5407040"/>
                </a:lnTo>
                <a:lnTo>
                  <a:pt x="0" y="54070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638227" y="3343718"/>
            <a:ext cx="4499455" cy="3599564"/>
          </a:xfrm>
          <a:custGeom>
            <a:avLst/>
            <a:gdLst/>
            <a:ahLst/>
            <a:cxnLst/>
            <a:rect r="r" b="b" t="t" l="l"/>
            <a:pathLst>
              <a:path h="3599564" w="4499455">
                <a:moveTo>
                  <a:pt x="0" y="0"/>
                </a:moveTo>
                <a:lnTo>
                  <a:pt x="4499456" y="0"/>
                </a:lnTo>
                <a:lnTo>
                  <a:pt x="4499456" y="3599564"/>
                </a:lnTo>
                <a:lnTo>
                  <a:pt x="0" y="359956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70572" y="4245080"/>
            <a:ext cx="4756341" cy="1796840"/>
          </a:xfrm>
          <a:custGeom>
            <a:avLst/>
            <a:gdLst/>
            <a:ahLst/>
            <a:cxnLst/>
            <a:rect r="r" b="b" t="t" l="l"/>
            <a:pathLst>
              <a:path h="1796840" w="4756341">
                <a:moveTo>
                  <a:pt x="0" y="0"/>
                </a:moveTo>
                <a:lnTo>
                  <a:pt x="4756341" y="0"/>
                </a:lnTo>
                <a:lnTo>
                  <a:pt x="4756341" y="1796840"/>
                </a:lnTo>
                <a:lnTo>
                  <a:pt x="0" y="179684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533289" y="1038219"/>
            <a:ext cx="7221422" cy="68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b="true" sz="558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LAS SALIDAS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1043" y="7145360"/>
            <a:ext cx="4196290" cy="98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b="true" sz="4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LEDS INDICADORES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045855" y="7334575"/>
            <a:ext cx="419629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b="true" sz="4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MOTOR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54711" y="7383485"/>
            <a:ext cx="419629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b="true" sz="4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DISPLAY</a:t>
            </a:r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034230" y="2215950"/>
            <a:ext cx="29438820" cy="8508248"/>
          </a:xfrm>
          <a:custGeom>
            <a:avLst/>
            <a:gdLst/>
            <a:ahLst/>
            <a:cxnLst/>
            <a:rect r="r" b="b" t="t" l="l"/>
            <a:pathLst>
              <a:path h="8508248" w="29438820">
                <a:moveTo>
                  <a:pt x="29438820" y="0"/>
                </a:moveTo>
                <a:lnTo>
                  <a:pt x="0" y="0"/>
                </a:lnTo>
                <a:lnTo>
                  <a:pt x="0" y="8508248"/>
                </a:lnTo>
                <a:lnTo>
                  <a:pt x="29438820" y="8508248"/>
                </a:lnTo>
                <a:lnTo>
                  <a:pt x="2943882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27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98379" y="-1031924"/>
            <a:ext cx="5511566" cy="5518464"/>
          </a:xfrm>
          <a:custGeom>
            <a:avLst/>
            <a:gdLst/>
            <a:ahLst/>
            <a:cxnLst/>
            <a:rect r="r" b="b" t="t" l="l"/>
            <a:pathLst>
              <a:path h="5518464" w="5511566">
                <a:moveTo>
                  <a:pt x="0" y="0"/>
                </a:moveTo>
                <a:lnTo>
                  <a:pt x="5511566" y="0"/>
                </a:lnTo>
                <a:lnTo>
                  <a:pt x="5511566" y="5518464"/>
                </a:lnTo>
                <a:lnTo>
                  <a:pt x="0" y="55184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5726" y="-664307"/>
            <a:ext cx="17953698" cy="18204003"/>
          </a:xfrm>
          <a:custGeom>
            <a:avLst/>
            <a:gdLst/>
            <a:ahLst/>
            <a:cxnLst/>
            <a:rect r="r" b="b" t="t" l="l"/>
            <a:pathLst>
              <a:path h="18204003" w="17953698">
                <a:moveTo>
                  <a:pt x="0" y="0"/>
                </a:moveTo>
                <a:lnTo>
                  <a:pt x="17953698" y="0"/>
                </a:lnTo>
                <a:lnTo>
                  <a:pt x="17953698" y="18204003"/>
                </a:lnTo>
                <a:lnTo>
                  <a:pt x="0" y="182040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39856" y="2215950"/>
            <a:ext cx="4818664" cy="5189330"/>
          </a:xfrm>
          <a:custGeom>
            <a:avLst/>
            <a:gdLst/>
            <a:ahLst/>
            <a:cxnLst/>
            <a:rect r="r" b="b" t="t" l="l"/>
            <a:pathLst>
              <a:path h="5189330" w="4818664">
                <a:moveTo>
                  <a:pt x="0" y="0"/>
                </a:moveTo>
                <a:lnTo>
                  <a:pt x="4818664" y="0"/>
                </a:lnTo>
                <a:lnTo>
                  <a:pt x="4818664" y="5189331"/>
                </a:lnTo>
                <a:lnTo>
                  <a:pt x="0" y="518933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703578" y="3860000"/>
            <a:ext cx="5555722" cy="2567000"/>
          </a:xfrm>
          <a:custGeom>
            <a:avLst/>
            <a:gdLst/>
            <a:ahLst/>
            <a:cxnLst/>
            <a:rect r="r" b="b" t="t" l="l"/>
            <a:pathLst>
              <a:path h="2567000" w="5555722">
                <a:moveTo>
                  <a:pt x="0" y="0"/>
                </a:moveTo>
                <a:lnTo>
                  <a:pt x="5555722" y="0"/>
                </a:lnTo>
                <a:lnTo>
                  <a:pt x="5555722" y="2567000"/>
                </a:lnTo>
                <a:lnTo>
                  <a:pt x="0" y="2567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98634" y="3180209"/>
            <a:ext cx="3603200" cy="3603200"/>
          </a:xfrm>
          <a:custGeom>
            <a:avLst/>
            <a:gdLst/>
            <a:ahLst/>
            <a:cxnLst/>
            <a:rect r="r" b="b" t="t" l="l"/>
            <a:pathLst>
              <a:path h="3603200" w="3603200">
                <a:moveTo>
                  <a:pt x="0" y="0"/>
                </a:moveTo>
                <a:lnTo>
                  <a:pt x="3603200" y="0"/>
                </a:lnTo>
                <a:lnTo>
                  <a:pt x="3603200" y="3603201"/>
                </a:lnTo>
                <a:lnTo>
                  <a:pt x="0" y="360320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925920" y="6937937"/>
            <a:ext cx="3780233" cy="803464"/>
          </a:xfrm>
          <a:custGeom>
            <a:avLst/>
            <a:gdLst/>
            <a:ahLst/>
            <a:cxnLst/>
            <a:rect r="r" b="b" t="t" l="l"/>
            <a:pathLst>
              <a:path h="803464" w="3780233">
                <a:moveTo>
                  <a:pt x="0" y="0"/>
                </a:moveTo>
                <a:lnTo>
                  <a:pt x="3780234" y="0"/>
                </a:lnTo>
                <a:lnTo>
                  <a:pt x="3780234" y="803465"/>
                </a:lnTo>
                <a:lnTo>
                  <a:pt x="0" y="80346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126516" y="6080189"/>
            <a:ext cx="2886655" cy="1154662"/>
          </a:xfrm>
          <a:custGeom>
            <a:avLst/>
            <a:gdLst/>
            <a:ahLst/>
            <a:cxnLst/>
            <a:rect r="r" b="b" t="t" l="l"/>
            <a:pathLst>
              <a:path h="1154662" w="2886655">
                <a:moveTo>
                  <a:pt x="0" y="0"/>
                </a:moveTo>
                <a:lnTo>
                  <a:pt x="2886655" y="0"/>
                </a:lnTo>
                <a:lnTo>
                  <a:pt x="2886655" y="1154662"/>
                </a:lnTo>
                <a:lnTo>
                  <a:pt x="0" y="1154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533289" y="1038219"/>
            <a:ext cx="7221422" cy="68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b="true" sz="558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DISPOSITIVO REAL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56909" y="7145360"/>
            <a:ext cx="4974181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b="true" sz="4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SENSOR RUEDAS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54711" y="6907235"/>
            <a:ext cx="4196290" cy="98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b="true" sz="4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ECU DEL VEHICULO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706154" y="1961153"/>
            <a:ext cx="7221422" cy="68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b="true" sz="558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ENTRADAS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09863" y="7145360"/>
            <a:ext cx="419629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b="true" sz="4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SEÑAL GPS</a:t>
            </a:r>
          </a:p>
        </p:txBody>
      </p: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034230" y="2215950"/>
            <a:ext cx="29438820" cy="8508248"/>
          </a:xfrm>
          <a:custGeom>
            <a:avLst/>
            <a:gdLst/>
            <a:ahLst/>
            <a:cxnLst/>
            <a:rect r="r" b="b" t="t" l="l"/>
            <a:pathLst>
              <a:path h="8508248" w="29438820">
                <a:moveTo>
                  <a:pt x="29438820" y="0"/>
                </a:moveTo>
                <a:lnTo>
                  <a:pt x="0" y="0"/>
                </a:lnTo>
                <a:lnTo>
                  <a:pt x="0" y="8508248"/>
                </a:lnTo>
                <a:lnTo>
                  <a:pt x="29438820" y="8508248"/>
                </a:lnTo>
                <a:lnTo>
                  <a:pt x="2943882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27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98379" y="-1031924"/>
            <a:ext cx="5511566" cy="5518464"/>
          </a:xfrm>
          <a:custGeom>
            <a:avLst/>
            <a:gdLst/>
            <a:ahLst/>
            <a:cxnLst/>
            <a:rect r="r" b="b" t="t" l="l"/>
            <a:pathLst>
              <a:path h="5518464" w="5511566">
                <a:moveTo>
                  <a:pt x="0" y="0"/>
                </a:moveTo>
                <a:lnTo>
                  <a:pt x="5511566" y="0"/>
                </a:lnTo>
                <a:lnTo>
                  <a:pt x="5511566" y="5518464"/>
                </a:lnTo>
                <a:lnTo>
                  <a:pt x="0" y="55184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151" y="-664307"/>
            <a:ext cx="17953698" cy="18204003"/>
          </a:xfrm>
          <a:custGeom>
            <a:avLst/>
            <a:gdLst/>
            <a:ahLst/>
            <a:cxnLst/>
            <a:rect r="r" b="b" t="t" l="l"/>
            <a:pathLst>
              <a:path h="18204003" w="17953698">
                <a:moveTo>
                  <a:pt x="0" y="0"/>
                </a:moveTo>
                <a:lnTo>
                  <a:pt x="17953698" y="0"/>
                </a:lnTo>
                <a:lnTo>
                  <a:pt x="17953698" y="18204003"/>
                </a:lnTo>
                <a:lnTo>
                  <a:pt x="0" y="182040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41469" y="3097691"/>
            <a:ext cx="5405063" cy="3605709"/>
          </a:xfrm>
          <a:custGeom>
            <a:avLst/>
            <a:gdLst/>
            <a:ahLst/>
            <a:cxnLst/>
            <a:rect r="r" b="b" t="t" l="l"/>
            <a:pathLst>
              <a:path h="3605709" w="5405063">
                <a:moveTo>
                  <a:pt x="0" y="0"/>
                </a:moveTo>
                <a:lnTo>
                  <a:pt x="5405062" y="0"/>
                </a:lnTo>
                <a:lnTo>
                  <a:pt x="5405062" y="3605709"/>
                </a:lnTo>
                <a:lnTo>
                  <a:pt x="0" y="360570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3818746"/>
            <a:ext cx="4560692" cy="1722928"/>
          </a:xfrm>
          <a:custGeom>
            <a:avLst/>
            <a:gdLst/>
            <a:ahLst/>
            <a:cxnLst/>
            <a:rect r="r" b="b" t="t" l="l"/>
            <a:pathLst>
              <a:path h="1722928" w="4560692">
                <a:moveTo>
                  <a:pt x="0" y="0"/>
                </a:moveTo>
                <a:lnTo>
                  <a:pt x="4560692" y="0"/>
                </a:lnTo>
                <a:lnTo>
                  <a:pt x="4560692" y="1722928"/>
                </a:lnTo>
                <a:lnTo>
                  <a:pt x="0" y="172292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846531" y="2426885"/>
            <a:ext cx="4818664" cy="5189330"/>
          </a:xfrm>
          <a:custGeom>
            <a:avLst/>
            <a:gdLst/>
            <a:ahLst/>
            <a:cxnLst/>
            <a:rect r="r" b="b" t="t" l="l"/>
            <a:pathLst>
              <a:path h="5189330" w="4818664">
                <a:moveTo>
                  <a:pt x="0" y="0"/>
                </a:moveTo>
                <a:lnTo>
                  <a:pt x="4818664" y="0"/>
                </a:lnTo>
                <a:lnTo>
                  <a:pt x="4818664" y="5189330"/>
                </a:lnTo>
                <a:lnTo>
                  <a:pt x="0" y="518933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322451" y="6470074"/>
            <a:ext cx="3544123" cy="1604886"/>
          </a:xfrm>
          <a:custGeom>
            <a:avLst/>
            <a:gdLst/>
            <a:ahLst/>
            <a:cxnLst/>
            <a:rect r="r" b="b" t="t" l="l"/>
            <a:pathLst>
              <a:path h="1604886" w="3544123">
                <a:moveTo>
                  <a:pt x="0" y="0"/>
                </a:moveTo>
                <a:lnTo>
                  <a:pt x="3544122" y="0"/>
                </a:lnTo>
                <a:lnTo>
                  <a:pt x="3544122" y="1604886"/>
                </a:lnTo>
                <a:lnTo>
                  <a:pt x="0" y="160488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740727" y="1889233"/>
            <a:ext cx="7221422" cy="68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b="true" sz="558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SALIDAS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7903" y="6593899"/>
            <a:ext cx="4196290" cy="98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b="true" sz="4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LEDS INDICADORES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02089" y="6912034"/>
            <a:ext cx="419629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b="true" sz="4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MARIPOSA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57718" y="6827225"/>
            <a:ext cx="4196290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b="true" sz="42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TURBO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740727" y="1038219"/>
            <a:ext cx="7221422" cy="68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27"/>
              </a:lnSpc>
            </a:pPr>
            <a:r>
              <a:rPr lang="en-US" b="true" sz="5586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DISPOSITIVO REAL</a:t>
            </a:r>
          </a:p>
        </p:txBody>
      </p:sp>
    </p:spTree>
  </p:cSld>
  <p:clrMapOvr>
    <a:masterClrMapping/>
  </p:clrMapOvr>
  <p:transition spd="slow">
    <p:push dir="d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034230" y="2215950"/>
            <a:ext cx="29438820" cy="8508248"/>
          </a:xfrm>
          <a:custGeom>
            <a:avLst/>
            <a:gdLst/>
            <a:ahLst/>
            <a:cxnLst/>
            <a:rect r="r" b="b" t="t" l="l"/>
            <a:pathLst>
              <a:path h="8508248" w="29438820">
                <a:moveTo>
                  <a:pt x="29438820" y="0"/>
                </a:moveTo>
                <a:lnTo>
                  <a:pt x="0" y="0"/>
                </a:lnTo>
                <a:lnTo>
                  <a:pt x="0" y="8508248"/>
                </a:lnTo>
                <a:lnTo>
                  <a:pt x="29438820" y="8508248"/>
                </a:lnTo>
                <a:lnTo>
                  <a:pt x="2943882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27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98379" y="-1031924"/>
            <a:ext cx="5511566" cy="5518464"/>
          </a:xfrm>
          <a:custGeom>
            <a:avLst/>
            <a:gdLst/>
            <a:ahLst/>
            <a:cxnLst/>
            <a:rect r="r" b="b" t="t" l="l"/>
            <a:pathLst>
              <a:path h="5518464" w="5511566">
                <a:moveTo>
                  <a:pt x="0" y="0"/>
                </a:moveTo>
                <a:lnTo>
                  <a:pt x="5511566" y="0"/>
                </a:lnTo>
                <a:lnTo>
                  <a:pt x="5511566" y="5518464"/>
                </a:lnTo>
                <a:lnTo>
                  <a:pt x="0" y="55184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7151" y="-664307"/>
            <a:ext cx="17953698" cy="18204003"/>
          </a:xfrm>
          <a:custGeom>
            <a:avLst/>
            <a:gdLst/>
            <a:ahLst/>
            <a:cxnLst/>
            <a:rect r="r" b="b" t="t" l="l"/>
            <a:pathLst>
              <a:path h="18204003" w="17953698">
                <a:moveTo>
                  <a:pt x="0" y="0"/>
                </a:moveTo>
                <a:lnTo>
                  <a:pt x="17953698" y="0"/>
                </a:lnTo>
                <a:lnTo>
                  <a:pt x="17953698" y="18204003"/>
                </a:lnTo>
                <a:lnTo>
                  <a:pt x="0" y="182040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9"/>
          <a:srcRect l="0" t="0" r="0" b="0"/>
          <a:stretch>
            <a:fillRect/>
          </a:stretch>
        </p:blipFill>
        <p:spPr>
          <a:xfrm flipH="false" flipV="false" rot="0">
            <a:off x="1436402" y="569074"/>
            <a:ext cx="15415196" cy="8689226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61065" y="-1879146"/>
            <a:ext cx="16694540" cy="12166146"/>
          </a:xfrm>
          <a:custGeom>
            <a:avLst/>
            <a:gdLst/>
            <a:ahLst/>
            <a:cxnLst/>
            <a:rect r="r" b="b" t="t" l="l"/>
            <a:pathLst>
              <a:path h="12166146" w="16694540">
                <a:moveTo>
                  <a:pt x="0" y="0"/>
                </a:moveTo>
                <a:lnTo>
                  <a:pt x="16694541" y="0"/>
                </a:lnTo>
                <a:lnTo>
                  <a:pt x="16694541" y="12166146"/>
                </a:lnTo>
                <a:lnTo>
                  <a:pt x="0" y="12166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-12456106" y="-8088494"/>
            <a:ext cx="16585837" cy="20165151"/>
          </a:xfrm>
          <a:custGeom>
            <a:avLst/>
            <a:gdLst/>
            <a:ahLst/>
            <a:cxnLst/>
            <a:rect r="r" b="b" t="t" l="l"/>
            <a:pathLst>
              <a:path h="20165151" w="16585837">
                <a:moveTo>
                  <a:pt x="0" y="0"/>
                </a:moveTo>
                <a:lnTo>
                  <a:pt x="16585837" y="0"/>
                </a:lnTo>
                <a:lnTo>
                  <a:pt x="16585837" y="20165151"/>
                </a:lnTo>
                <a:lnTo>
                  <a:pt x="0" y="201651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34741" y="772100"/>
            <a:ext cx="5149553" cy="8742801"/>
          </a:xfrm>
          <a:custGeom>
            <a:avLst/>
            <a:gdLst/>
            <a:ahLst/>
            <a:cxnLst/>
            <a:rect r="r" b="b" t="t" l="l"/>
            <a:pathLst>
              <a:path h="8742801" w="5149553">
                <a:moveTo>
                  <a:pt x="0" y="0"/>
                </a:moveTo>
                <a:lnTo>
                  <a:pt x="5149552" y="0"/>
                </a:lnTo>
                <a:lnTo>
                  <a:pt x="5149552" y="8742800"/>
                </a:lnTo>
                <a:lnTo>
                  <a:pt x="0" y="87428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554" r="0" b="-155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-87494" y="-8088494"/>
            <a:ext cx="16585837" cy="20165151"/>
          </a:xfrm>
          <a:custGeom>
            <a:avLst/>
            <a:gdLst/>
            <a:ahLst/>
            <a:cxnLst/>
            <a:rect r="r" b="b" t="t" l="l"/>
            <a:pathLst>
              <a:path h="20165151" w="16585837">
                <a:moveTo>
                  <a:pt x="0" y="0"/>
                </a:moveTo>
                <a:lnTo>
                  <a:pt x="16585837" y="0"/>
                </a:lnTo>
                <a:lnTo>
                  <a:pt x="16585837" y="20165151"/>
                </a:lnTo>
                <a:lnTo>
                  <a:pt x="0" y="201651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98658" y="772100"/>
            <a:ext cx="5114288" cy="8742801"/>
          </a:xfrm>
          <a:custGeom>
            <a:avLst/>
            <a:gdLst/>
            <a:ahLst/>
            <a:cxnLst/>
            <a:rect r="r" b="b" t="t" l="l"/>
            <a:pathLst>
              <a:path h="8742801" w="5114288">
                <a:moveTo>
                  <a:pt x="0" y="0"/>
                </a:moveTo>
                <a:lnTo>
                  <a:pt x="5114287" y="0"/>
                </a:lnTo>
                <a:lnTo>
                  <a:pt x="5114287" y="8742800"/>
                </a:lnTo>
                <a:lnTo>
                  <a:pt x="0" y="87428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37" t="-1783" r="0" b="-1783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-6214702" y="-8088494"/>
            <a:ext cx="16585837" cy="20165151"/>
          </a:xfrm>
          <a:custGeom>
            <a:avLst/>
            <a:gdLst/>
            <a:ahLst/>
            <a:cxnLst/>
            <a:rect r="r" b="b" t="t" l="l"/>
            <a:pathLst>
              <a:path h="20165151" w="16585837">
                <a:moveTo>
                  <a:pt x="0" y="0"/>
                </a:moveTo>
                <a:lnTo>
                  <a:pt x="16585837" y="0"/>
                </a:lnTo>
                <a:lnTo>
                  <a:pt x="16585837" y="20165151"/>
                </a:lnTo>
                <a:lnTo>
                  <a:pt x="0" y="2016515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678834" y="836250"/>
            <a:ext cx="5121739" cy="8678651"/>
          </a:xfrm>
          <a:custGeom>
            <a:avLst/>
            <a:gdLst/>
            <a:ahLst/>
            <a:cxnLst/>
            <a:rect r="r" b="b" t="t" l="l"/>
            <a:pathLst>
              <a:path h="8678651" w="5121739">
                <a:moveTo>
                  <a:pt x="0" y="0"/>
                </a:moveTo>
                <a:lnTo>
                  <a:pt x="5121739" y="0"/>
                </a:lnTo>
                <a:lnTo>
                  <a:pt x="5121739" y="8678650"/>
                </a:lnTo>
                <a:lnTo>
                  <a:pt x="0" y="86786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95" t="-2477" r="-1297" b="-2477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98072" y="4938803"/>
            <a:ext cx="27073827" cy="7824730"/>
          </a:xfrm>
          <a:custGeom>
            <a:avLst/>
            <a:gdLst/>
            <a:ahLst/>
            <a:cxnLst/>
            <a:rect r="r" b="b" t="t" l="l"/>
            <a:pathLst>
              <a:path h="7824730" w="27073827">
                <a:moveTo>
                  <a:pt x="0" y="0"/>
                </a:moveTo>
                <a:lnTo>
                  <a:pt x="27073827" y="0"/>
                </a:lnTo>
                <a:lnTo>
                  <a:pt x="27073827" y="7824730"/>
                </a:lnTo>
                <a:lnTo>
                  <a:pt x="0" y="78247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827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802373" y="8431530"/>
            <a:ext cx="3485627" cy="1855470"/>
          </a:xfrm>
          <a:custGeom>
            <a:avLst/>
            <a:gdLst/>
            <a:ahLst/>
            <a:cxnLst/>
            <a:rect r="r" b="b" t="t" l="l"/>
            <a:pathLst>
              <a:path h="1855470" w="3485627">
                <a:moveTo>
                  <a:pt x="0" y="0"/>
                </a:moveTo>
                <a:lnTo>
                  <a:pt x="3485627" y="0"/>
                </a:lnTo>
                <a:lnTo>
                  <a:pt x="3485627" y="1855470"/>
                </a:lnTo>
                <a:lnTo>
                  <a:pt x="0" y="18554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2251985" y="6596923"/>
            <a:ext cx="8065331" cy="4293340"/>
          </a:xfrm>
          <a:custGeom>
            <a:avLst/>
            <a:gdLst/>
            <a:ahLst/>
            <a:cxnLst/>
            <a:rect r="r" b="b" t="t" l="l"/>
            <a:pathLst>
              <a:path h="4293340" w="8065331">
                <a:moveTo>
                  <a:pt x="8065331" y="0"/>
                </a:moveTo>
                <a:lnTo>
                  <a:pt x="0" y="0"/>
                </a:lnTo>
                <a:lnTo>
                  <a:pt x="0" y="4293340"/>
                </a:lnTo>
                <a:lnTo>
                  <a:pt x="8065331" y="4293340"/>
                </a:lnTo>
                <a:lnTo>
                  <a:pt x="8065331" y="0"/>
                </a:lnTo>
                <a:close/>
              </a:path>
            </a:pathLst>
          </a:custGeom>
          <a:blipFill>
            <a:blip r:embed="rId5"/>
            <a:stretch>
              <a:fillRect l="0" t="0" r="-86742" b="-8198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775132" y="-1046429"/>
            <a:ext cx="5267814" cy="14891348"/>
          </a:xfrm>
          <a:custGeom>
            <a:avLst/>
            <a:gdLst/>
            <a:ahLst/>
            <a:cxnLst/>
            <a:rect r="r" b="b" t="t" l="l"/>
            <a:pathLst>
              <a:path h="14891348" w="5267814">
                <a:moveTo>
                  <a:pt x="0" y="0"/>
                </a:moveTo>
                <a:lnTo>
                  <a:pt x="5267814" y="0"/>
                </a:lnTo>
                <a:lnTo>
                  <a:pt x="5267814" y="14891348"/>
                </a:lnTo>
                <a:lnTo>
                  <a:pt x="0" y="148913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1439" y="-280760"/>
            <a:ext cx="16580965" cy="16812132"/>
          </a:xfrm>
          <a:custGeom>
            <a:avLst/>
            <a:gdLst/>
            <a:ahLst/>
            <a:cxnLst/>
            <a:rect r="r" b="b" t="t" l="l"/>
            <a:pathLst>
              <a:path h="16812132" w="16580965">
                <a:moveTo>
                  <a:pt x="0" y="0"/>
                </a:moveTo>
                <a:lnTo>
                  <a:pt x="16580964" y="0"/>
                </a:lnTo>
                <a:lnTo>
                  <a:pt x="16580964" y="16812132"/>
                </a:lnTo>
                <a:lnTo>
                  <a:pt x="0" y="168121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272444" y="-3246817"/>
            <a:ext cx="8379830" cy="8390317"/>
          </a:xfrm>
          <a:custGeom>
            <a:avLst/>
            <a:gdLst/>
            <a:ahLst/>
            <a:cxnLst/>
            <a:rect r="r" b="b" t="t" l="l"/>
            <a:pathLst>
              <a:path h="8390317" w="8379830">
                <a:moveTo>
                  <a:pt x="0" y="0"/>
                </a:moveTo>
                <a:lnTo>
                  <a:pt x="8379829" y="0"/>
                </a:lnTo>
                <a:lnTo>
                  <a:pt x="8379829" y="8390317"/>
                </a:lnTo>
                <a:lnTo>
                  <a:pt x="0" y="839031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34061" y="2703905"/>
            <a:ext cx="5863082" cy="5863082"/>
          </a:xfrm>
          <a:custGeom>
            <a:avLst/>
            <a:gdLst/>
            <a:ahLst/>
            <a:cxnLst/>
            <a:rect r="r" b="b" t="t" l="l"/>
            <a:pathLst>
              <a:path h="5863082" w="5863082">
                <a:moveTo>
                  <a:pt x="0" y="0"/>
                </a:moveTo>
                <a:lnTo>
                  <a:pt x="5863082" y="0"/>
                </a:lnTo>
                <a:lnTo>
                  <a:pt x="5863082" y="5863082"/>
                </a:lnTo>
                <a:lnTo>
                  <a:pt x="0" y="586308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109001" y="3207183"/>
            <a:ext cx="4971317" cy="4856526"/>
          </a:xfrm>
          <a:custGeom>
            <a:avLst/>
            <a:gdLst/>
            <a:ahLst/>
            <a:cxnLst/>
            <a:rect r="r" b="b" t="t" l="l"/>
            <a:pathLst>
              <a:path h="4856526" w="4971317">
                <a:moveTo>
                  <a:pt x="0" y="0"/>
                </a:moveTo>
                <a:lnTo>
                  <a:pt x="4971317" y="0"/>
                </a:lnTo>
                <a:lnTo>
                  <a:pt x="4971317" y="4856526"/>
                </a:lnTo>
                <a:lnTo>
                  <a:pt x="0" y="485652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213396" y="3597190"/>
            <a:ext cx="7151774" cy="4076511"/>
          </a:xfrm>
          <a:custGeom>
            <a:avLst/>
            <a:gdLst/>
            <a:ahLst/>
            <a:cxnLst/>
            <a:rect r="r" b="b" t="t" l="l"/>
            <a:pathLst>
              <a:path h="4076511" w="7151774">
                <a:moveTo>
                  <a:pt x="0" y="0"/>
                </a:moveTo>
                <a:lnTo>
                  <a:pt x="7151775" y="0"/>
                </a:lnTo>
                <a:lnTo>
                  <a:pt x="7151775" y="4076511"/>
                </a:lnTo>
                <a:lnTo>
                  <a:pt x="0" y="40765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011158" y="1363568"/>
            <a:ext cx="7556251" cy="1021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69"/>
              </a:lnSpc>
            </a:pPr>
            <a:r>
              <a:rPr lang="en-US" b="true" sz="82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EL FUTURO</a:t>
            </a:r>
          </a:p>
        </p:txBody>
      </p:sp>
    </p:spTree>
  </p:cSld>
  <p:clrMapOvr>
    <a:masterClrMapping/>
  </p:clrMapOvr>
  <p:transition spd="slow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96730" y="0"/>
            <a:ext cx="16694540" cy="12166146"/>
          </a:xfrm>
          <a:custGeom>
            <a:avLst/>
            <a:gdLst/>
            <a:ahLst/>
            <a:cxnLst/>
            <a:rect r="r" b="b" t="t" l="l"/>
            <a:pathLst>
              <a:path h="12166146" w="16694540">
                <a:moveTo>
                  <a:pt x="0" y="0"/>
                </a:moveTo>
                <a:lnTo>
                  <a:pt x="16694540" y="0"/>
                </a:lnTo>
                <a:lnTo>
                  <a:pt x="16694540" y="12166146"/>
                </a:lnTo>
                <a:lnTo>
                  <a:pt x="0" y="12166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586077" y="1880278"/>
            <a:ext cx="11115847" cy="11270820"/>
          </a:xfrm>
          <a:custGeom>
            <a:avLst/>
            <a:gdLst/>
            <a:ahLst/>
            <a:cxnLst/>
            <a:rect r="r" b="b" t="t" l="l"/>
            <a:pathLst>
              <a:path h="11270820" w="11115847">
                <a:moveTo>
                  <a:pt x="0" y="0"/>
                </a:moveTo>
                <a:lnTo>
                  <a:pt x="11115846" y="0"/>
                </a:lnTo>
                <a:lnTo>
                  <a:pt x="11115846" y="11270821"/>
                </a:lnTo>
                <a:lnTo>
                  <a:pt x="0" y="1127082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3932392" y="378537"/>
            <a:ext cx="3505119" cy="9908463"/>
          </a:xfrm>
          <a:custGeom>
            <a:avLst/>
            <a:gdLst/>
            <a:ahLst/>
            <a:cxnLst/>
            <a:rect r="r" b="b" t="t" l="l"/>
            <a:pathLst>
              <a:path h="9908463" w="3505119">
                <a:moveTo>
                  <a:pt x="3505119" y="0"/>
                </a:moveTo>
                <a:lnTo>
                  <a:pt x="0" y="0"/>
                </a:lnTo>
                <a:lnTo>
                  <a:pt x="0" y="9908463"/>
                </a:lnTo>
                <a:lnTo>
                  <a:pt x="3505119" y="9908463"/>
                </a:lnTo>
                <a:lnTo>
                  <a:pt x="3505119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913507" y="7958368"/>
            <a:ext cx="4374493" cy="2328632"/>
          </a:xfrm>
          <a:custGeom>
            <a:avLst/>
            <a:gdLst/>
            <a:ahLst/>
            <a:cxnLst/>
            <a:rect r="r" b="b" t="t" l="l"/>
            <a:pathLst>
              <a:path h="2328632" w="4374493">
                <a:moveTo>
                  <a:pt x="0" y="0"/>
                </a:moveTo>
                <a:lnTo>
                  <a:pt x="4374493" y="0"/>
                </a:lnTo>
                <a:lnTo>
                  <a:pt x="4374493" y="2328632"/>
                </a:lnTo>
                <a:lnTo>
                  <a:pt x="0" y="232863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-86742" b="-8198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10699" y="378537"/>
            <a:ext cx="3505119" cy="9908463"/>
          </a:xfrm>
          <a:custGeom>
            <a:avLst/>
            <a:gdLst/>
            <a:ahLst/>
            <a:cxnLst/>
            <a:rect r="r" b="b" t="t" l="l"/>
            <a:pathLst>
              <a:path h="9908463" w="3505119">
                <a:moveTo>
                  <a:pt x="0" y="0"/>
                </a:moveTo>
                <a:lnTo>
                  <a:pt x="3505118" y="0"/>
                </a:lnTo>
                <a:lnTo>
                  <a:pt x="3505118" y="9908463"/>
                </a:lnTo>
                <a:lnTo>
                  <a:pt x="0" y="990846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0" y="7958368"/>
            <a:ext cx="4374493" cy="2328632"/>
          </a:xfrm>
          <a:custGeom>
            <a:avLst/>
            <a:gdLst/>
            <a:ahLst/>
            <a:cxnLst/>
            <a:rect r="r" b="b" t="t" l="l"/>
            <a:pathLst>
              <a:path h="2328632" w="4374493">
                <a:moveTo>
                  <a:pt x="4374493" y="0"/>
                </a:moveTo>
                <a:lnTo>
                  <a:pt x="0" y="0"/>
                </a:lnTo>
                <a:lnTo>
                  <a:pt x="0" y="2328632"/>
                </a:lnTo>
                <a:lnTo>
                  <a:pt x="4374493" y="2328632"/>
                </a:lnTo>
                <a:lnTo>
                  <a:pt x="4374493" y="0"/>
                </a:lnTo>
                <a:close/>
              </a:path>
            </a:pathLst>
          </a:custGeom>
          <a:blipFill>
            <a:blip r:embed="rId9"/>
            <a:stretch>
              <a:fillRect l="0" t="0" r="-86742" b="-8198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96730" y="-1255030"/>
            <a:ext cx="5511566" cy="5518464"/>
          </a:xfrm>
          <a:custGeom>
            <a:avLst/>
            <a:gdLst/>
            <a:ahLst/>
            <a:cxnLst/>
            <a:rect r="r" b="b" t="t" l="l"/>
            <a:pathLst>
              <a:path h="5518464" w="5511566">
                <a:moveTo>
                  <a:pt x="0" y="0"/>
                </a:moveTo>
                <a:lnTo>
                  <a:pt x="5511566" y="0"/>
                </a:lnTo>
                <a:lnTo>
                  <a:pt x="5511566" y="5518464"/>
                </a:lnTo>
                <a:lnTo>
                  <a:pt x="0" y="55184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747734" y="-1255030"/>
            <a:ext cx="5511566" cy="5518464"/>
          </a:xfrm>
          <a:custGeom>
            <a:avLst/>
            <a:gdLst/>
            <a:ahLst/>
            <a:cxnLst/>
            <a:rect r="r" b="b" t="t" l="l"/>
            <a:pathLst>
              <a:path h="5518464" w="5511566">
                <a:moveTo>
                  <a:pt x="0" y="0"/>
                </a:moveTo>
                <a:lnTo>
                  <a:pt x="5511566" y="0"/>
                </a:lnTo>
                <a:lnTo>
                  <a:pt x="5511566" y="5518464"/>
                </a:lnTo>
                <a:lnTo>
                  <a:pt x="0" y="55184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572746" y="3373499"/>
            <a:ext cx="9142507" cy="3759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95"/>
              </a:lnSpc>
            </a:pPr>
            <a:r>
              <a:rPr lang="en-US" sz="9995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MUCHAS GRACIAS POR SU ATENCIÓN</a:t>
            </a:r>
          </a:p>
        </p:txBody>
      </p:sp>
    </p:spTree>
  </p:cSld>
  <p:clrMapOvr>
    <a:masterClrMapping/>
  </p:clrMapOvr>
  <p:transition spd="slow">
    <p:push dir="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DAG5oxsc1z0</dc:identifier>
  <dcterms:modified xsi:type="dcterms:W3CDTF">2011-08-01T06:04:30Z</dcterms:modified>
  <cp:revision>1</cp:revision>
  <dc:title>RegVel 2025</dc:title>
</cp:coreProperties>
</file>