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5"/>
    <p:sldMasterId id="2147483686" r:id="rId6"/>
    <p:sldMasterId id="214748368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Lst>
  <p:sldSz cy="5143500" cx="9144000"/>
  <p:notesSz cx="6858000" cy="9144000"/>
  <p:embeddedFontLst>
    <p:embeddedFont>
      <p:font typeface="Poppins"/>
      <p:regular r:id="rId37"/>
      <p:bold r:id="rId38"/>
      <p:italic r:id="rId39"/>
      <p:boldItalic r:id="rId40"/>
    </p:embeddedFont>
    <p:embeddedFont>
      <p:font typeface="Lato"/>
      <p:regular r:id="rId41"/>
      <p:bold r:id="rId42"/>
      <p:italic r:id="rId43"/>
      <p:boldItalic r:id="rId44"/>
    </p:embeddedFont>
    <p:embeddedFont>
      <p:font typeface="Inter"/>
      <p:regular r:id="rId45"/>
      <p:bold r:id="rId46"/>
      <p:italic r:id="rId47"/>
      <p:boldItalic r:id="rId48"/>
    </p:embeddedFont>
    <p:embeddedFont>
      <p:font typeface="Bebas Neue"/>
      <p:regular r:id="rId49"/>
    </p:embeddedFont>
    <p:embeddedFont>
      <p:font typeface="Poppins Medium"/>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3333EAD-6BC5-4EA4-9EBE-95362579966B}">
  <a:tblStyle styleId="{43333EAD-6BC5-4EA4-9EBE-95362579966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boldItalic.fntdata"/><Relationship Id="rId42" Type="http://schemas.openxmlformats.org/officeDocument/2006/relationships/font" Target="fonts/Lato-bold.fntdata"/><Relationship Id="rId41" Type="http://schemas.openxmlformats.org/officeDocument/2006/relationships/font" Target="fonts/Lato-regular.fntdata"/><Relationship Id="rId44" Type="http://schemas.openxmlformats.org/officeDocument/2006/relationships/font" Target="fonts/Lato-boldItalic.fntdata"/><Relationship Id="rId43" Type="http://schemas.openxmlformats.org/officeDocument/2006/relationships/font" Target="fonts/Lato-italic.fntdata"/><Relationship Id="rId46" Type="http://schemas.openxmlformats.org/officeDocument/2006/relationships/font" Target="fonts/Inter-bold.fntdata"/><Relationship Id="rId45" Type="http://schemas.openxmlformats.org/officeDocument/2006/relationships/font" Target="fonts/Int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Inter-boldItalic.fntdata"/><Relationship Id="rId47" Type="http://schemas.openxmlformats.org/officeDocument/2006/relationships/font" Target="fonts/Inter-italic.fntdata"/><Relationship Id="rId49" Type="http://schemas.openxmlformats.org/officeDocument/2006/relationships/font" Target="fonts/BebasNeue-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font" Target="fonts/Poppins-regular.fntdata"/><Relationship Id="rId36" Type="http://schemas.openxmlformats.org/officeDocument/2006/relationships/slide" Target="slides/slide28.xml"/><Relationship Id="rId39" Type="http://schemas.openxmlformats.org/officeDocument/2006/relationships/font" Target="fonts/Poppins-italic.fntdata"/><Relationship Id="rId38" Type="http://schemas.openxmlformats.org/officeDocument/2006/relationships/font" Target="fonts/Poppins-bold.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PoppinsMedium-bold.fntdata"/><Relationship Id="rId50" Type="http://schemas.openxmlformats.org/officeDocument/2006/relationships/font" Target="fonts/PoppinsMedium-regular.fntdata"/><Relationship Id="rId53" Type="http://schemas.openxmlformats.org/officeDocument/2006/relationships/font" Target="fonts/PoppinsMedium-boldItalic.fntdata"/><Relationship Id="rId52" Type="http://schemas.openxmlformats.org/officeDocument/2006/relationships/font" Target="fonts/PoppinsMedium-italic.fnt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52891f8d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52891f8d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528cec3c9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528cec3c9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528cec3c9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528cec3c9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569d178f0c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569d178f0c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4cec76c8cc_6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4cec76c8cc_6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52891f8d67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52891f8d67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4cec76c8cc_6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4cec76c8cc_6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5000a8108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5000a8108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52891f8d67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52891f8d67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4cec76c8cc_6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4cec76c8cc_6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569d178f0c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569d178f0c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569d178f0c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569d178f0c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569d178f0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569d178f0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4cec76c8cc_6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4cec76c8cc_6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52891f8d67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52891f8d67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569d178f0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569d178f0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569d178f0c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569d178f0c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569d178f0c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569d178f0c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5000a81084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5000a81084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52891f8d67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52891f8d67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569d178f0c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569d178f0c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52891f8d67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52891f8d67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5000a81084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5000a81084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5000a81084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5000a81084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5000a8108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5000a8108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5000a8108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5000a8108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5000a81084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5000a81084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hyperlink" Target="https://bit.ly/3A1uf1Q" TargetMode="External"/><Relationship Id="rId4" Type="http://schemas.openxmlformats.org/officeDocument/2006/relationships/hyperlink" Target="http://bit.ly/2TtBDfr" TargetMode="Externa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724600" y="574700"/>
            <a:ext cx="7699500" cy="2053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59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6" name="Google Shape;56;p14"/>
          <p:cNvSpPr txBox="1"/>
          <p:nvPr>
            <p:ph idx="1" type="subTitle"/>
          </p:nvPr>
        </p:nvSpPr>
        <p:spPr>
          <a:xfrm>
            <a:off x="830900" y="4121600"/>
            <a:ext cx="7453800" cy="354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500"/>
              <a:buNone/>
              <a:defRPr sz="1400">
                <a:solidFill>
                  <a:schemeClr val="dk2"/>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pic>
        <p:nvPicPr>
          <p:cNvPr id="58" name="Google Shape;58;p15"/>
          <p:cNvPicPr preferRelativeResize="0"/>
          <p:nvPr/>
        </p:nvPicPr>
        <p:blipFill>
          <a:blip r:embed="rId2">
            <a:alphaModFix/>
          </a:blip>
          <a:stretch>
            <a:fillRect/>
          </a:stretch>
        </p:blipFill>
        <p:spPr>
          <a:xfrm>
            <a:off x="0" y="0"/>
            <a:ext cx="9144001" cy="5225157"/>
          </a:xfrm>
          <a:prstGeom prst="rect">
            <a:avLst/>
          </a:prstGeom>
          <a:noFill/>
          <a:ln>
            <a:noFill/>
          </a:ln>
        </p:spPr>
      </p:pic>
      <p:sp>
        <p:nvSpPr>
          <p:cNvPr id="59" name="Google Shape;59;p15"/>
          <p:cNvSpPr txBox="1"/>
          <p:nvPr>
            <p:ph type="title"/>
          </p:nvPr>
        </p:nvSpPr>
        <p:spPr>
          <a:xfrm>
            <a:off x="720000" y="2963625"/>
            <a:ext cx="77109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hasCustomPrompt="1" idx="2" type="title"/>
          </p:nvPr>
        </p:nvSpPr>
        <p:spPr>
          <a:xfrm>
            <a:off x="3678075" y="1242975"/>
            <a:ext cx="17880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7000">
                <a:solidFill>
                  <a:schemeClr val="dk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61" name="Google Shape;61;p15"/>
          <p:cNvSpPr txBox="1"/>
          <p:nvPr>
            <p:ph idx="1" type="subTitle"/>
          </p:nvPr>
        </p:nvSpPr>
        <p:spPr>
          <a:xfrm>
            <a:off x="720000" y="3868750"/>
            <a:ext cx="7710900" cy="53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a:solidFill>
                  <a:schemeClr val="accent1"/>
                </a:solidFill>
              </a:defRPr>
            </a:lvl1pPr>
            <a:lvl2pPr lvl="1" rtl="0" algn="ctr">
              <a:lnSpc>
                <a:spcPct val="100000"/>
              </a:lnSpc>
              <a:spcBef>
                <a:spcPts val="160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2" name="Shape 62"/>
        <p:cNvGrpSpPr/>
        <p:nvPr/>
      </p:nvGrpSpPr>
      <p:grpSpPr>
        <a:xfrm>
          <a:off x="0" y="0"/>
          <a:ext cx="0" cy="0"/>
          <a:chOff x="0" y="0"/>
          <a:chExt cx="0" cy="0"/>
        </a:xfrm>
      </p:grpSpPr>
      <p:pic>
        <p:nvPicPr>
          <p:cNvPr id="63" name="Google Shape;63;p16"/>
          <p:cNvPicPr preferRelativeResize="0"/>
          <p:nvPr/>
        </p:nvPicPr>
        <p:blipFill rotWithShape="1">
          <a:blip r:embed="rId2">
            <a:alphaModFix/>
          </a:blip>
          <a:srcRect b="0" l="0" r="0" t="0"/>
          <a:stretch/>
        </p:blipFill>
        <p:spPr>
          <a:xfrm>
            <a:off x="0" y="0"/>
            <a:ext cx="9144001" cy="5225157"/>
          </a:xfrm>
          <a:prstGeom prst="rect">
            <a:avLst/>
          </a:prstGeom>
          <a:noFill/>
          <a:ln>
            <a:noFill/>
          </a:ln>
        </p:spPr>
      </p:pic>
      <p:sp>
        <p:nvSpPr>
          <p:cNvPr id="64" name="Google Shape;64;p16"/>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rgbClr val="434343"/>
              </a:buClr>
              <a:buSzPts val="1200"/>
              <a:buFont typeface="Anaheim"/>
              <a:buAutoNum type="arabicPeriod"/>
              <a:defRPr sz="1250">
                <a:solidFill>
                  <a:srgbClr val="434343"/>
                </a:solidFill>
              </a:defRPr>
            </a:lvl1pPr>
            <a:lvl2pPr indent="-304800" lvl="1" marL="9144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2pPr>
            <a:lvl3pPr indent="-304800" lvl="2" marL="13716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indent="-304800" lvl="3" marL="1828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indent="-304800" lvl="4" marL="22860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indent="-304800" lvl="5" marL="27432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indent="-304800" lvl="6" marL="3200400" rtl="0">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indent="-304800" lvl="7" marL="36576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indent="-304800" lvl="8" marL="4114800" rtl="0">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p:txBody>
      </p:sp>
      <p:sp>
        <p:nvSpPr>
          <p:cNvPr id="65" name="Google Shape;65;p1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6" name="Shape 66"/>
        <p:cNvGrpSpPr/>
        <p:nvPr/>
      </p:nvGrpSpPr>
      <p:grpSpPr>
        <a:xfrm>
          <a:off x="0" y="0"/>
          <a:ext cx="0" cy="0"/>
          <a:chOff x="0" y="0"/>
          <a:chExt cx="0" cy="0"/>
        </a:xfrm>
      </p:grpSpPr>
      <p:pic>
        <p:nvPicPr>
          <p:cNvPr id="67" name="Google Shape;67;p17"/>
          <p:cNvPicPr preferRelativeResize="0"/>
          <p:nvPr/>
        </p:nvPicPr>
        <p:blipFill rotWithShape="1">
          <a:blip r:embed="rId2">
            <a:alphaModFix/>
          </a:blip>
          <a:srcRect b="0" l="0" r="0" t="0"/>
          <a:stretch/>
        </p:blipFill>
        <p:spPr>
          <a:xfrm rot="10800000">
            <a:off x="0" y="0"/>
            <a:ext cx="9144001" cy="5225157"/>
          </a:xfrm>
          <a:prstGeom prst="rect">
            <a:avLst/>
          </a:prstGeom>
          <a:noFill/>
          <a:ln>
            <a:noFill/>
          </a:ln>
        </p:spPr>
      </p:pic>
      <p:sp>
        <p:nvSpPr>
          <p:cNvPr id="68" name="Google Shape;68;p17"/>
          <p:cNvSpPr txBox="1"/>
          <p:nvPr>
            <p:ph type="title"/>
          </p:nvPr>
        </p:nvSpPr>
        <p:spPr>
          <a:xfrm>
            <a:off x="1596738" y="2819311"/>
            <a:ext cx="2742600" cy="423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9" name="Google Shape;69;p17"/>
          <p:cNvSpPr txBox="1"/>
          <p:nvPr>
            <p:ph idx="2" type="title"/>
          </p:nvPr>
        </p:nvSpPr>
        <p:spPr>
          <a:xfrm>
            <a:off x="4804663" y="2819311"/>
            <a:ext cx="2742600" cy="423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0" name="Google Shape;70;p17"/>
          <p:cNvSpPr txBox="1"/>
          <p:nvPr>
            <p:ph idx="1" type="subTitle"/>
          </p:nvPr>
        </p:nvSpPr>
        <p:spPr>
          <a:xfrm>
            <a:off x="4751113" y="3276063"/>
            <a:ext cx="28497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solidFill>
                  <a:schemeClr val="lt1"/>
                </a:solidFill>
              </a:defRPr>
            </a:lvl1pPr>
            <a:lvl2pPr lvl="1" rtl="0" algn="ctr">
              <a:lnSpc>
                <a:spcPct val="100000"/>
              </a:lnSpc>
              <a:spcBef>
                <a:spcPts val="160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1" name="Google Shape;71;p17"/>
          <p:cNvSpPr txBox="1"/>
          <p:nvPr>
            <p:ph idx="3" type="subTitle"/>
          </p:nvPr>
        </p:nvSpPr>
        <p:spPr>
          <a:xfrm>
            <a:off x="1543188" y="3276063"/>
            <a:ext cx="28497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solidFill>
                  <a:schemeClr val="lt1"/>
                </a:solidFill>
              </a:defRPr>
            </a:lvl1pPr>
            <a:lvl2pPr lvl="1" rtl="0" algn="ctr">
              <a:lnSpc>
                <a:spcPct val="100000"/>
              </a:lnSpc>
              <a:spcBef>
                <a:spcPts val="160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2" name="Google Shape;72;p17"/>
          <p:cNvSpPr txBox="1"/>
          <p:nvPr>
            <p:ph idx="4"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5" name="Shape 75"/>
        <p:cNvGrpSpPr/>
        <p:nvPr/>
      </p:nvGrpSpPr>
      <p:grpSpPr>
        <a:xfrm>
          <a:off x="0" y="0"/>
          <a:ext cx="0" cy="0"/>
          <a:chOff x="0" y="0"/>
          <a:chExt cx="0" cy="0"/>
        </a:xfrm>
      </p:grpSpPr>
      <p:pic>
        <p:nvPicPr>
          <p:cNvPr id="76" name="Google Shape;76;p19"/>
          <p:cNvPicPr preferRelativeResize="0"/>
          <p:nvPr/>
        </p:nvPicPr>
        <p:blipFill rotWithShape="1">
          <a:blip r:embed="rId2">
            <a:alphaModFix/>
          </a:blip>
          <a:srcRect b="0" l="0" r="0" t="0"/>
          <a:stretch/>
        </p:blipFill>
        <p:spPr>
          <a:xfrm rot="10800000">
            <a:off x="0" y="0"/>
            <a:ext cx="9144001" cy="5225157"/>
          </a:xfrm>
          <a:prstGeom prst="rect">
            <a:avLst/>
          </a:prstGeom>
          <a:noFill/>
          <a:ln>
            <a:noFill/>
          </a:ln>
        </p:spPr>
      </p:pic>
      <p:sp>
        <p:nvSpPr>
          <p:cNvPr id="77" name="Google Shape;77;p19"/>
          <p:cNvSpPr txBox="1"/>
          <p:nvPr>
            <p:ph idx="1" type="subTitle"/>
          </p:nvPr>
        </p:nvSpPr>
        <p:spPr>
          <a:xfrm>
            <a:off x="720000" y="2215050"/>
            <a:ext cx="6606000" cy="22983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999999"/>
              </a:buClr>
              <a:buSzPts val="800"/>
              <a:buFont typeface="Open Sans"/>
              <a:buChar char="●"/>
              <a:defRPr sz="1400"/>
            </a:lvl1pPr>
            <a:lvl2pPr lvl="1" rtl="0" algn="ctr">
              <a:lnSpc>
                <a:spcPct val="100000"/>
              </a:lnSpc>
              <a:spcBef>
                <a:spcPts val="0"/>
              </a:spcBef>
              <a:spcAft>
                <a:spcPts val="0"/>
              </a:spcAft>
              <a:buClr>
                <a:srgbClr val="999999"/>
              </a:buClr>
              <a:buSzPts val="800"/>
              <a:buFont typeface="Open Sans"/>
              <a:buChar char="○"/>
              <a:defRPr/>
            </a:lvl2pPr>
            <a:lvl3pPr lvl="2" rtl="0" algn="ctr">
              <a:lnSpc>
                <a:spcPct val="100000"/>
              </a:lnSpc>
              <a:spcBef>
                <a:spcPts val="1600"/>
              </a:spcBef>
              <a:spcAft>
                <a:spcPts val="0"/>
              </a:spcAft>
              <a:buClr>
                <a:srgbClr val="999999"/>
              </a:buClr>
              <a:buSzPts val="800"/>
              <a:buFont typeface="Open Sans"/>
              <a:buChar char="■"/>
              <a:defRPr/>
            </a:lvl3pPr>
            <a:lvl4pPr lvl="3" rtl="0" algn="ctr">
              <a:lnSpc>
                <a:spcPct val="100000"/>
              </a:lnSpc>
              <a:spcBef>
                <a:spcPts val="1600"/>
              </a:spcBef>
              <a:spcAft>
                <a:spcPts val="0"/>
              </a:spcAft>
              <a:buClr>
                <a:srgbClr val="999999"/>
              </a:buClr>
              <a:buSzPts val="800"/>
              <a:buFont typeface="Open Sans"/>
              <a:buChar char="●"/>
              <a:defRPr/>
            </a:lvl4pPr>
            <a:lvl5pPr lvl="4" rtl="0" algn="ctr">
              <a:lnSpc>
                <a:spcPct val="100000"/>
              </a:lnSpc>
              <a:spcBef>
                <a:spcPts val="1600"/>
              </a:spcBef>
              <a:spcAft>
                <a:spcPts val="0"/>
              </a:spcAft>
              <a:buClr>
                <a:srgbClr val="999999"/>
              </a:buClr>
              <a:buSzPts val="1200"/>
              <a:buFont typeface="Open Sans"/>
              <a:buChar char="○"/>
              <a:defRPr/>
            </a:lvl5pPr>
            <a:lvl6pPr lvl="5" rtl="0" algn="ctr">
              <a:lnSpc>
                <a:spcPct val="100000"/>
              </a:lnSpc>
              <a:spcBef>
                <a:spcPts val="1600"/>
              </a:spcBef>
              <a:spcAft>
                <a:spcPts val="0"/>
              </a:spcAft>
              <a:buClr>
                <a:srgbClr val="999999"/>
              </a:buClr>
              <a:buSzPts val="1200"/>
              <a:buFont typeface="Open Sans"/>
              <a:buChar char="■"/>
              <a:defRPr/>
            </a:lvl6pPr>
            <a:lvl7pPr lvl="6" rtl="0" algn="ctr">
              <a:lnSpc>
                <a:spcPct val="100000"/>
              </a:lnSpc>
              <a:spcBef>
                <a:spcPts val="1600"/>
              </a:spcBef>
              <a:spcAft>
                <a:spcPts val="0"/>
              </a:spcAft>
              <a:buClr>
                <a:srgbClr val="999999"/>
              </a:buClr>
              <a:buSzPts val="700"/>
              <a:buFont typeface="Open Sans"/>
              <a:buChar char="●"/>
              <a:defRPr/>
            </a:lvl7pPr>
            <a:lvl8pPr lvl="7" rtl="0" algn="ctr">
              <a:lnSpc>
                <a:spcPct val="100000"/>
              </a:lnSpc>
              <a:spcBef>
                <a:spcPts val="1600"/>
              </a:spcBef>
              <a:spcAft>
                <a:spcPts val="0"/>
              </a:spcAft>
              <a:buClr>
                <a:srgbClr val="999999"/>
              </a:buClr>
              <a:buSzPts val="700"/>
              <a:buFont typeface="Open Sans"/>
              <a:buChar char="○"/>
              <a:defRPr/>
            </a:lvl8pPr>
            <a:lvl9pPr lvl="8" rtl="0" algn="ctr">
              <a:lnSpc>
                <a:spcPct val="100000"/>
              </a:lnSpc>
              <a:spcBef>
                <a:spcPts val="1600"/>
              </a:spcBef>
              <a:spcAft>
                <a:spcPts val="1600"/>
              </a:spcAft>
              <a:buClr>
                <a:srgbClr val="999999"/>
              </a:buClr>
              <a:buSzPts val="600"/>
              <a:buFont typeface="Open Sans"/>
              <a:buChar char="■"/>
              <a:defRPr/>
            </a:lvl9pPr>
          </a:lstStyle>
          <a:p/>
        </p:txBody>
      </p:sp>
      <p:sp>
        <p:nvSpPr>
          <p:cNvPr id="78" name="Google Shape;78;p1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20"/>
          <p:cNvSpPr txBox="1"/>
          <p:nvPr>
            <p:ph type="title"/>
          </p:nvPr>
        </p:nvSpPr>
        <p:spPr>
          <a:xfrm>
            <a:off x="1464475" y="1442850"/>
            <a:ext cx="6215100" cy="23760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7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1" name="Shape 81"/>
        <p:cNvGrpSpPr/>
        <p:nvPr/>
      </p:nvGrpSpPr>
      <p:grpSpPr>
        <a:xfrm>
          <a:off x="0" y="0"/>
          <a:ext cx="0" cy="0"/>
          <a:chOff x="0" y="0"/>
          <a:chExt cx="0" cy="0"/>
        </a:xfrm>
      </p:grpSpPr>
      <p:pic>
        <p:nvPicPr>
          <p:cNvPr id="82" name="Google Shape;82;p21"/>
          <p:cNvPicPr preferRelativeResize="0"/>
          <p:nvPr/>
        </p:nvPicPr>
        <p:blipFill rotWithShape="1">
          <a:blip r:embed="rId2">
            <a:alphaModFix/>
          </a:blip>
          <a:srcRect b="0" l="0" r="0" t="0"/>
          <a:stretch/>
        </p:blipFill>
        <p:spPr>
          <a:xfrm flipH="1" rot="10800000">
            <a:off x="0" y="0"/>
            <a:ext cx="9144001" cy="5225157"/>
          </a:xfrm>
          <a:prstGeom prst="rect">
            <a:avLst/>
          </a:prstGeom>
          <a:noFill/>
          <a:ln>
            <a:noFill/>
          </a:ln>
        </p:spPr>
      </p:pic>
      <p:sp>
        <p:nvSpPr>
          <p:cNvPr id="83" name="Google Shape;83;p21"/>
          <p:cNvSpPr txBox="1"/>
          <p:nvPr>
            <p:ph idx="1" type="subTitle"/>
          </p:nvPr>
        </p:nvSpPr>
        <p:spPr>
          <a:xfrm>
            <a:off x="2646001" y="2440675"/>
            <a:ext cx="3852000" cy="1681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500"/>
              <a:buNone/>
              <a:defRPr>
                <a:solidFill>
                  <a:schemeClr val="lt1"/>
                </a:solidFill>
              </a:defRPr>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
        <p:nvSpPr>
          <p:cNvPr id="84" name="Google Shape;84;p21"/>
          <p:cNvSpPr txBox="1"/>
          <p:nvPr>
            <p:ph type="title"/>
          </p:nvPr>
        </p:nvSpPr>
        <p:spPr>
          <a:xfrm>
            <a:off x="2646001" y="1787725"/>
            <a:ext cx="38520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600"/>
              <a:buNone/>
              <a:defRPr sz="24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85" name="Google Shape;85;p21"/>
          <p:cNvSpPr txBox="1"/>
          <p:nvPr>
            <p:ph idx="2" type="title"/>
          </p:nvPr>
        </p:nvSpPr>
        <p:spPr>
          <a:xfrm>
            <a:off x="720001"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type="title"/>
          </p:nvPr>
        </p:nvSpPr>
        <p:spPr>
          <a:xfrm>
            <a:off x="1019400" y="2933240"/>
            <a:ext cx="7105200" cy="1349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8" name="Shape 88"/>
        <p:cNvGrpSpPr/>
        <p:nvPr/>
      </p:nvGrpSpPr>
      <p:grpSpPr>
        <a:xfrm>
          <a:off x="0" y="0"/>
          <a:ext cx="0" cy="0"/>
          <a:chOff x="0" y="0"/>
          <a:chExt cx="0" cy="0"/>
        </a:xfrm>
      </p:grpSpPr>
      <p:pic>
        <p:nvPicPr>
          <p:cNvPr id="89" name="Google Shape;89;p23"/>
          <p:cNvPicPr preferRelativeResize="0"/>
          <p:nvPr/>
        </p:nvPicPr>
        <p:blipFill rotWithShape="1">
          <a:blip r:embed="rId2">
            <a:alphaModFix/>
          </a:blip>
          <a:srcRect b="0" l="0" r="0" t="0"/>
          <a:stretch/>
        </p:blipFill>
        <p:spPr>
          <a:xfrm flipH="1" rot="10800000">
            <a:off x="0" y="0"/>
            <a:ext cx="9144001" cy="5225157"/>
          </a:xfrm>
          <a:prstGeom prst="rect">
            <a:avLst/>
          </a:prstGeom>
          <a:noFill/>
          <a:ln>
            <a:noFill/>
          </a:ln>
        </p:spPr>
      </p:pic>
      <p:sp>
        <p:nvSpPr>
          <p:cNvPr id="90" name="Google Shape;90;p23"/>
          <p:cNvSpPr txBox="1"/>
          <p:nvPr>
            <p:ph hasCustomPrompt="1" type="title"/>
          </p:nvPr>
        </p:nvSpPr>
        <p:spPr>
          <a:xfrm>
            <a:off x="713100" y="1234900"/>
            <a:ext cx="7717800" cy="21003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149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1" name="Google Shape;91;p23"/>
          <p:cNvSpPr txBox="1"/>
          <p:nvPr>
            <p:ph idx="1" type="subTitle"/>
          </p:nvPr>
        </p:nvSpPr>
        <p:spPr>
          <a:xfrm>
            <a:off x="1284000" y="3487675"/>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9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92" name="Shape 92"/>
        <p:cNvGrpSpPr/>
        <p:nvPr/>
      </p:nvGrpSpPr>
      <p:grpSpPr>
        <a:xfrm>
          <a:off x="0" y="0"/>
          <a:ext cx="0" cy="0"/>
          <a:chOff x="0" y="0"/>
          <a:chExt cx="0" cy="0"/>
        </a:xfrm>
      </p:grpSpPr>
      <p:sp>
        <p:nvSpPr>
          <p:cNvPr id="93" name="Google Shape;93;p24"/>
          <p:cNvSpPr/>
          <p:nvPr/>
        </p:nvSpPr>
        <p:spPr>
          <a:xfrm>
            <a:off x="-51425" y="0"/>
            <a:ext cx="9265800" cy="522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4" name="Shape 94"/>
        <p:cNvGrpSpPr/>
        <p:nvPr/>
      </p:nvGrpSpPr>
      <p:grpSpPr>
        <a:xfrm>
          <a:off x="0" y="0"/>
          <a:ext cx="0" cy="0"/>
          <a:chOff x="0" y="0"/>
          <a:chExt cx="0" cy="0"/>
        </a:xfrm>
      </p:grpSpPr>
      <p:pic>
        <p:nvPicPr>
          <p:cNvPr id="95" name="Google Shape;95;p25"/>
          <p:cNvPicPr preferRelativeResize="0"/>
          <p:nvPr/>
        </p:nvPicPr>
        <p:blipFill rotWithShape="1">
          <a:blip r:embed="rId2">
            <a:alphaModFix/>
          </a:blip>
          <a:srcRect b="0" l="0" r="0" t="0"/>
          <a:stretch/>
        </p:blipFill>
        <p:spPr>
          <a:xfrm flipH="1" rot="10800000">
            <a:off x="0" y="0"/>
            <a:ext cx="9144001" cy="5225157"/>
          </a:xfrm>
          <a:prstGeom prst="rect">
            <a:avLst/>
          </a:prstGeom>
          <a:noFill/>
          <a:ln>
            <a:noFill/>
          </a:ln>
        </p:spPr>
      </p:pic>
      <p:sp>
        <p:nvSpPr>
          <p:cNvPr id="96" name="Google Shape;96;p25"/>
          <p:cNvSpPr txBox="1"/>
          <p:nvPr>
            <p:ph hasCustomPrompt="1" type="title"/>
          </p:nvPr>
        </p:nvSpPr>
        <p:spPr>
          <a:xfrm>
            <a:off x="720625" y="1676425"/>
            <a:ext cx="6957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3000"/>
              <a:buNone/>
              <a:defRPr sz="3000">
                <a:solidFill>
                  <a:schemeClr val="dk2"/>
                </a:solidFill>
              </a:defRPr>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97" name="Google Shape;97;p25"/>
          <p:cNvSpPr txBox="1"/>
          <p:nvPr>
            <p:ph idx="2" type="title"/>
          </p:nvPr>
        </p:nvSpPr>
        <p:spPr>
          <a:xfrm>
            <a:off x="1622025" y="1378050"/>
            <a:ext cx="27213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17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98" name="Google Shape;98;p25"/>
          <p:cNvSpPr txBox="1"/>
          <p:nvPr>
            <p:ph idx="1" type="subTitle"/>
          </p:nvPr>
        </p:nvSpPr>
        <p:spPr>
          <a:xfrm>
            <a:off x="1622025" y="1787594"/>
            <a:ext cx="27213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
        <p:nvSpPr>
          <p:cNvPr id="99" name="Google Shape;99;p25"/>
          <p:cNvSpPr txBox="1"/>
          <p:nvPr>
            <p:ph hasCustomPrompt="1" idx="3" type="title"/>
          </p:nvPr>
        </p:nvSpPr>
        <p:spPr>
          <a:xfrm>
            <a:off x="720625" y="3914601"/>
            <a:ext cx="6957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3000"/>
              <a:buNone/>
              <a:defRPr sz="3000">
                <a:solidFill>
                  <a:schemeClr val="dk2"/>
                </a:solidFill>
              </a:defRPr>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100" name="Google Shape;100;p25"/>
          <p:cNvSpPr txBox="1"/>
          <p:nvPr>
            <p:ph idx="4" type="title"/>
          </p:nvPr>
        </p:nvSpPr>
        <p:spPr>
          <a:xfrm>
            <a:off x="1622025" y="3674451"/>
            <a:ext cx="27213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17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01" name="Google Shape;101;p25"/>
          <p:cNvSpPr txBox="1"/>
          <p:nvPr>
            <p:ph idx="5" type="subTitle"/>
          </p:nvPr>
        </p:nvSpPr>
        <p:spPr>
          <a:xfrm>
            <a:off x="1622025" y="4083995"/>
            <a:ext cx="27213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
        <p:nvSpPr>
          <p:cNvPr id="102" name="Google Shape;102;p25"/>
          <p:cNvSpPr txBox="1"/>
          <p:nvPr>
            <p:ph hasCustomPrompt="1" idx="6" type="title"/>
          </p:nvPr>
        </p:nvSpPr>
        <p:spPr>
          <a:xfrm>
            <a:off x="720625" y="2804237"/>
            <a:ext cx="695700" cy="471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3000"/>
              <a:buNone/>
              <a:defRPr sz="3000">
                <a:solidFill>
                  <a:schemeClr val="dk2"/>
                </a:solidFill>
              </a:defRPr>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103" name="Google Shape;103;p25"/>
          <p:cNvSpPr txBox="1"/>
          <p:nvPr>
            <p:ph idx="7" type="title"/>
          </p:nvPr>
        </p:nvSpPr>
        <p:spPr>
          <a:xfrm>
            <a:off x="1622025" y="2499450"/>
            <a:ext cx="27213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17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04" name="Google Shape;104;p25"/>
          <p:cNvSpPr txBox="1"/>
          <p:nvPr>
            <p:ph idx="8" type="subTitle"/>
          </p:nvPr>
        </p:nvSpPr>
        <p:spPr>
          <a:xfrm>
            <a:off x="1622025" y="2908994"/>
            <a:ext cx="27213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
        <p:nvSpPr>
          <p:cNvPr id="105" name="Google Shape;105;p25"/>
          <p:cNvSpPr txBox="1"/>
          <p:nvPr>
            <p:ph hasCustomPrompt="1" idx="9" type="title"/>
          </p:nvPr>
        </p:nvSpPr>
        <p:spPr>
          <a:xfrm>
            <a:off x="4801300" y="1676425"/>
            <a:ext cx="6957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3000"/>
              <a:buNone/>
              <a:defRPr sz="3000">
                <a:solidFill>
                  <a:schemeClr val="dk2"/>
                </a:solidFill>
              </a:defRPr>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106" name="Google Shape;106;p25"/>
          <p:cNvSpPr txBox="1"/>
          <p:nvPr>
            <p:ph idx="13" type="title"/>
          </p:nvPr>
        </p:nvSpPr>
        <p:spPr>
          <a:xfrm>
            <a:off x="5702700" y="1378050"/>
            <a:ext cx="27213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17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07" name="Google Shape;107;p25"/>
          <p:cNvSpPr txBox="1"/>
          <p:nvPr>
            <p:ph idx="14" type="subTitle"/>
          </p:nvPr>
        </p:nvSpPr>
        <p:spPr>
          <a:xfrm>
            <a:off x="5702700" y="1787594"/>
            <a:ext cx="27213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
        <p:nvSpPr>
          <p:cNvPr id="108" name="Google Shape;108;p25"/>
          <p:cNvSpPr txBox="1"/>
          <p:nvPr>
            <p:ph hasCustomPrompt="1" idx="15" type="title"/>
          </p:nvPr>
        </p:nvSpPr>
        <p:spPr>
          <a:xfrm>
            <a:off x="4801300" y="3914601"/>
            <a:ext cx="6957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3000"/>
              <a:buNone/>
              <a:defRPr sz="3000">
                <a:solidFill>
                  <a:schemeClr val="dk2"/>
                </a:solidFill>
              </a:defRPr>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109" name="Google Shape;109;p25"/>
          <p:cNvSpPr txBox="1"/>
          <p:nvPr>
            <p:ph idx="16" type="title"/>
          </p:nvPr>
        </p:nvSpPr>
        <p:spPr>
          <a:xfrm>
            <a:off x="5702700" y="3605625"/>
            <a:ext cx="27213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17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10" name="Google Shape;110;p25"/>
          <p:cNvSpPr txBox="1"/>
          <p:nvPr>
            <p:ph idx="17" type="subTitle"/>
          </p:nvPr>
        </p:nvSpPr>
        <p:spPr>
          <a:xfrm>
            <a:off x="5702700" y="4083995"/>
            <a:ext cx="27213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
        <p:nvSpPr>
          <p:cNvPr id="111" name="Google Shape;111;p25"/>
          <p:cNvSpPr txBox="1"/>
          <p:nvPr>
            <p:ph hasCustomPrompt="1" idx="18" type="title"/>
          </p:nvPr>
        </p:nvSpPr>
        <p:spPr>
          <a:xfrm>
            <a:off x="4801300" y="2804237"/>
            <a:ext cx="695700" cy="471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3000"/>
              <a:buNone/>
              <a:defRPr sz="3000">
                <a:solidFill>
                  <a:schemeClr val="dk2"/>
                </a:solidFill>
              </a:defRPr>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112" name="Google Shape;112;p25"/>
          <p:cNvSpPr txBox="1"/>
          <p:nvPr>
            <p:ph idx="19" type="title"/>
          </p:nvPr>
        </p:nvSpPr>
        <p:spPr>
          <a:xfrm>
            <a:off x="5702700" y="2506824"/>
            <a:ext cx="27213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17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13" name="Google Shape;113;p25"/>
          <p:cNvSpPr txBox="1"/>
          <p:nvPr>
            <p:ph idx="20" type="subTitle"/>
          </p:nvPr>
        </p:nvSpPr>
        <p:spPr>
          <a:xfrm>
            <a:off x="5702700" y="2908994"/>
            <a:ext cx="27213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
        <p:nvSpPr>
          <p:cNvPr id="114" name="Google Shape;114;p25"/>
          <p:cNvSpPr txBox="1"/>
          <p:nvPr>
            <p:ph idx="21"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p:cSld name="CUSTOM_1">
    <p:spTree>
      <p:nvGrpSpPr>
        <p:cNvPr id="115" name="Shape 115"/>
        <p:cNvGrpSpPr/>
        <p:nvPr/>
      </p:nvGrpSpPr>
      <p:grpSpPr>
        <a:xfrm>
          <a:off x="0" y="0"/>
          <a:ext cx="0" cy="0"/>
          <a:chOff x="0" y="0"/>
          <a:chExt cx="0" cy="0"/>
        </a:xfrm>
      </p:grpSpPr>
      <p:sp>
        <p:nvSpPr>
          <p:cNvPr id="116" name="Google Shape;116;p26"/>
          <p:cNvSpPr txBox="1"/>
          <p:nvPr>
            <p:ph type="title"/>
          </p:nvPr>
        </p:nvSpPr>
        <p:spPr>
          <a:xfrm>
            <a:off x="1944525" y="1284750"/>
            <a:ext cx="52551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9600">
                <a:solidFill>
                  <a:schemeClr val="dk2"/>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7" name="Google Shape;117;p26"/>
          <p:cNvSpPr txBox="1"/>
          <p:nvPr>
            <p:ph idx="1" type="subTitle"/>
          </p:nvPr>
        </p:nvSpPr>
        <p:spPr>
          <a:xfrm>
            <a:off x="2073075" y="3799750"/>
            <a:ext cx="4998000" cy="801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500"/>
              <a:buNone/>
              <a:defRPr>
                <a:solidFill>
                  <a:schemeClr val="lt1"/>
                </a:solidFill>
              </a:defRPr>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18" name="Shape 118"/>
        <p:cNvGrpSpPr/>
        <p:nvPr/>
      </p:nvGrpSpPr>
      <p:grpSpPr>
        <a:xfrm>
          <a:off x="0" y="0"/>
          <a:ext cx="0" cy="0"/>
          <a:chOff x="0" y="0"/>
          <a:chExt cx="0" cy="0"/>
        </a:xfrm>
      </p:grpSpPr>
      <p:sp>
        <p:nvSpPr>
          <p:cNvPr id="119" name="Google Shape;119;p27"/>
          <p:cNvSpPr txBox="1"/>
          <p:nvPr>
            <p:ph type="title"/>
          </p:nvPr>
        </p:nvSpPr>
        <p:spPr>
          <a:xfrm>
            <a:off x="1753650" y="2972500"/>
            <a:ext cx="5636700" cy="53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20" name="Google Shape;120;p27"/>
          <p:cNvSpPr txBox="1"/>
          <p:nvPr>
            <p:ph idx="1" type="subTitle"/>
          </p:nvPr>
        </p:nvSpPr>
        <p:spPr>
          <a:xfrm>
            <a:off x="1753650" y="1639100"/>
            <a:ext cx="5636700" cy="1272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500"/>
              <a:buNone/>
              <a:defRPr sz="2500"/>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21" name="Shape 121"/>
        <p:cNvGrpSpPr/>
        <p:nvPr/>
      </p:nvGrpSpPr>
      <p:grpSpPr>
        <a:xfrm>
          <a:off x="0" y="0"/>
          <a:ext cx="0" cy="0"/>
          <a:chOff x="0" y="0"/>
          <a:chExt cx="0" cy="0"/>
        </a:xfrm>
      </p:grpSpPr>
      <p:pic>
        <p:nvPicPr>
          <p:cNvPr id="122" name="Google Shape;122;p28"/>
          <p:cNvPicPr preferRelativeResize="0"/>
          <p:nvPr/>
        </p:nvPicPr>
        <p:blipFill rotWithShape="1">
          <a:blip r:embed="rId2">
            <a:alphaModFix/>
          </a:blip>
          <a:srcRect b="0" l="0" r="0" t="0"/>
          <a:stretch/>
        </p:blipFill>
        <p:spPr>
          <a:xfrm flipH="1">
            <a:off x="0" y="0"/>
            <a:ext cx="9144001" cy="5225157"/>
          </a:xfrm>
          <a:prstGeom prst="rect">
            <a:avLst/>
          </a:prstGeom>
          <a:noFill/>
          <a:ln>
            <a:noFill/>
          </a:ln>
        </p:spPr>
      </p:pic>
      <p:sp>
        <p:nvSpPr>
          <p:cNvPr id="123" name="Google Shape;123;p28"/>
          <p:cNvSpPr txBox="1"/>
          <p:nvPr>
            <p:ph type="title"/>
          </p:nvPr>
        </p:nvSpPr>
        <p:spPr>
          <a:xfrm>
            <a:off x="1101175" y="19114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24" name="Google Shape;124;p28"/>
          <p:cNvSpPr txBox="1"/>
          <p:nvPr>
            <p:ph idx="1" type="subTitle"/>
          </p:nvPr>
        </p:nvSpPr>
        <p:spPr>
          <a:xfrm>
            <a:off x="1101175" y="2345575"/>
            <a:ext cx="19860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
        <p:nvSpPr>
          <p:cNvPr id="125" name="Google Shape;125;p28"/>
          <p:cNvSpPr txBox="1"/>
          <p:nvPr>
            <p:ph idx="2" type="title"/>
          </p:nvPr>
        </p:nvSpPr>
        <p:spPr>
          <a:xfrm>
            <a:off x="3579000" y="19114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26" name="Google Shape;126;p28"/>
          <p:cNvSpPr txBox="1"/>
          <p:nvPr>
            <p:ph idx="3" type="subTitle"/>
          </p:nvPr>
        </p:nvSpPr>
        <p:spPr>
          <a:xfrm>
            <a:off x="3579000" y="2345575"/>
            <a:ext cx="19860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
        <p:nvSpPr>
          <p:cNvPr id="127" name="Google Shape;127;p28"/>
          <p:cNvSpPr txBox="1"/>
          <p:nvPr>
            <p:ph idx="4" type="title"/>
          </p:nvPr>
        </p:nvSpPr>
        <p:spPr>
          <a:xfrm>
            <a:off x="1101175" y="3602947"/>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28" name="Google Shape;128;p28"/>
          <p:cNvSpPr txBox="1"/>
          <p:nvPr>
            <p:ph idx="5" type="subTitle"/>
          </p:nvPr>
        </p:nvSpPr>
        <p:spPr>
          <a:xfrm>
            <a:off x="1101175" y="4113272"/>
            <a:ext cx="19860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
        <p:nvSpPr>
          <p:cNvPr id="129" name="Google Shape;129;p28"/>
          <p:cNvSpPr txBox="1"/>
          <p:nvPr>
            <p:ph idx="6" type="title"/>
          </p:nvPr>
        </p:nvSpPr>
        <p:spPr>
          <a:xfrm>
            <a:off x="3578948" y="3602947"/>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30" name="Google Shape;130;p28"/>
          <p:cNvSpPr txBox="1"/>
          <p:nvPr>
            <p:ph idx="7" type="subTitle"/>
          </p:nvPr>
        </p:nvSpPr>
        <p:spPr>
          <a:xfrm>
            <a:off x="3579000" y="4113272"/>
            <a:ext cx="19860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
        <p:nvSpPr>
          <p:cNvPr id="131" name="Google Shape;131;p28"/>
          <p:cNvSpPr txBox="1"/>
          <p:nvPr>
            <p:ph idx="8" type="title"/>
          </p:nvPr>
        </p:nvSpPr>
        <p:spPr>
          <a:xfrm>
            <a:off x="6056727" y="19114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32" name="Google Shape;132;p28"/>
          <p:cNvSpPr txBox="1"/>
          <p:nvPr>
            <p:ph idx="9" type="subTitle"/>
          </p:nvPr>
        </p:nvSpPr>
        <p:spPr>
          <a:xfrm>
            <a:off x="6056727" y="2345575"/>
            <a:ext cx="19860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
        <p:nvSpPr>
          <p:cNvPr id="133" name="Google Shape;133;p28"/>
          <p:cNvSpPr txBox="1"/>
          <p:nvPr>
            <p:ph idx="13" type="title"/>
          </p:nvPr>
        </p:nvSpPr>
        <p:spPr>
          <a:xfrm>
            <a:off x="6056727" y="3602947"/>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34" name="Google Shape;134;p28"/>
          <p:cNvSpPr txBox="1"/>
          <p:nvPr>
            <p:ph idx="14" type="subTitle"/>
          </p:nvPr>
        </p:nvSpPr>
        <p:spPr>
          <a:xfrm>
            <a:off x="6056727" y="4113272"/>
            <a:ext cx="19860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
        <p:nvSpPr>
          <p:cNvPr id="135" name="Google Shape;135;p28"/>
          <p:cNvSpPr txBox="1"/>
          <p:nvPr>
            <p:ph idx="15"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_2">
    <p:spTree>
      <p:nvGrpSpPr>
        <p:cNvPr id="136" name="Shape 136"/>
        <p:cNvGrpSpPr/>
        <p:nvPr/>
      </p:nvGrpSpPr>
      <p:grpSpPr>
        <a:xfrm>
          <a:off x="0" y="0"/>
          <a:ext cx="0" cy="0"/>
          <a:chOff x="0" y="0"/>
          <a:chExt cx="0" cy="0"/>
        </a:xfrm>
      </p:grpSpPr>
      <p:pic>
        <p:nvPicPr>
          <p:cNvPr id="137" name="Google Shape;137;p29"/>
          <p:cNvPicPr preferRelativeResize="0"/>
          <p:nvPr/>
        </p:nvPicPr>
        <p:blipFill rotWithShape="1">
          <a:blip r:embed="rId2">
            <a:alphaModFix/>
          </a:blip>
          <a:srcRect b="0" l="0" r="0" t="0"/>
          <a:stretch/>
        </p:blipFill>
        <p:spPr>
          <a:xfrm flipH="1">
            <a:off x="0" y="0"/>
            <a:ext cx="9144001" cy="5225157"/>
          </a:xfrm>
          <a:prstGeom prst="rect">
            <a:avLst/>
          </a:prstGeom>
          <a:noFill/>
          <a:ln>
            <a:noFill/>
          </a:ln>
        </p:spPr>
      </p:pic>
      <p:sp>
        <p:nvSpPr>
          <p:cNvPr id="138" name="Google Shape;138;p2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2_1">
    <p:spTree>
      <p:nvGrpSpPr>
        <p:cNvPr id="139" name="Shape 139"/>
        <p:cNvGrpSpPr/>
        <p:nvPr/>
      </p:nvGrpSpPr>
      <p:grpSpPr>
        <a:xfrm>
          <a:off x="0" y="0"/>
          <a:ext cx="0" cy="0"/>
          <a:chOff x="0" y="0"/>
          <a:chExt cx="0" cy="0"/>
        </a:xfrm>
      </p:grpSpPr>
      <p:pic>
        <p:nvPicPr>
          <p:cNvPr id="140" name="Google Shape;140;p30"/>
          <p:cNvPicPr preferRelativeResize="0"/>
          <p:nvPr/>
        </p:nvPicPr>
        <p:blipFill rotWithShape="1">
          <a:blip r:embed="rId2">
            <a:alphaModFix/>
          </a:blip>
          <a:srcRect b="0" l="0" r="0" t="0"/>
          <a:stretch/>
        </p:blipFill>
        <p:spPr>
          <a:xfrm flipH="1">
            <a:off x="0" y="0"/>
            <a:ext cx="9144001" cy="5225157"/>
          </a:xfrm>
          <a:prstGeom prst="rect">
            <a:avLst/>
          </a:prstGeom>
          <a:noFill/>
          <a:ln>
            <a:noFill/>
          </a:ln>
        </p:spPr>
      </p:pic>
      <p:sp>
        <p:nvSpPr>
          <p:cNvPr id="141" name="Google Shape;141;p3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1_2_1_1_1_1">
    <p:spTree>
      <p:nvGrpSpPr>
        <p:cNvPr id="142" name="Shape 142"/>
        <p:cNvGrpSpPr/>
        <p:nvPr/>
      </p:nvGrpSpPr>
      <p:grpSpPr>
        <a:xfrm>
          <a:off x="0" y="0"/>
          <a:ext cx="0" cy="0"/>
          <a:chOff x="0" y="0"/>
          <a:chExt cx="0" cy="0"/>
        </a:xfrm>
      </p:grpSpPr>
      <p:pic>
        <p:nvPicPr>
          <p:cNvPr id="143" name="Google Shape;143;p31"/>
          <p:cNvPicPr preferRelativeResize="0"/>
          <p:nvPr/>
        </p:nvPicPr>
        <p:blipFill rotWithShape="1">
          <a:blip r:embed="rId2">
            <a:alphaModFix/>
          </a:blip>
          <a:srcRect b="0" l="0" r="0" t="0"/>
          <a:stretch/>
        </p:blipFill>
        <p:spPr>
          <a:xfrm flipH="1">
            <a:off x="0" y="0"/>
            <a:ext cx="9144001" cy="5225157"/>
          </a:xfrm>
          <a:prstGeom prst="rect">
            <a:avLst/>
          </a:prstGeom>
          <a:noFill/>
          <a:ln>
            <a:noFill/>
          </a:ln>
        </p:spPr>
      </p:pic>
      <p:sp>
        <p:nvSpPr>
          <p:cNvPr id="144" name="Google Shape;144;p3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TITLE_ONLY_1_1_1">
    <p:spTree>
      <p:nvGrpSpPr>
        <p:cNvPr id="145" name="Shape 145"/>
        <p:cNvGrpSpPr/>
        <p:nvPr/>
      </p:nvGrpSpPr>
      <p:grpSpPr>
        <a:xfrm>
          <a:off x="0" y="0"/>
          <a:ext cx="0" cy="0"/>
          <a:chOff x="0" y="0"/>
          <a:chExt cx="0" cy="0"/>
        </a:xfrm>
      </p:grpSpPr>
      <p:pic>
        <p:nvPicPr>
          <p:cNvPr id="146" name="Google Shape;146;p32"/>
          <p:cNvPicPr preferRelativeResize="0"/>
          <p:nvPr/>
        </p:nvPicPr>
        <p:blipFill rotWithShape="1">
          <a:blip r:embed="rId2">
            <a:alphaModFix/>
          </a:blip>
          <a:srcRect b="0" l="0" r="0" t="0"/>
          <a:stretch/>
        </p:blipFill>
        <p:spPr>
          <a:xfrm flipH="1" rot="10800000">
            <a:off x="0" y="0"/>
            <a:ext cx="9144001" cy="5225157"/>
          </a:xfrm>
          <a:prstGeom prst="rect">
            <a:avLst/>
          </a:prstGeom>
          <a:noFill/>
          <a:ln>
            <a:noFill/>
          </a:ln>
        </p:spPr>
      </p:pic>
      <p:sp>
        <p:nvSpPr>
          <p:cNvPr id="147" name="Google Shape;147;p32"/>
          <p:cNvSpPr txBox="1"/>
          <p:nvPr>
            <p:ph hasCustomPrompt="1" type="title"/>
          </p:nvPr>
        </p:nvSpPr>
        <p:spPr>
          <a:xfrm>
            <a:off x="1284000" y="929813"/>
            <a:ext cx="6576000" cy="8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9600"/>
              <a:buNone/>
              <a:defRPr sz="5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148" name="Google Shape;148;p32"/>
          <p:cNvSpPr txBox="1"/>
          <p:nvPr>
            <p:ph idx="1" type="subTitle"/>
          </p:nvPr>
        </p:nvSpPr>
        <p:spPr>
          <a:xfrm>
            <a:off x="2017850" y="1757532"/>
            <a:ext cx="51084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solidFill>
                  <a:schemeClr val="lt1"/>
                </a:solidFill>
              </a:defRPr>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149" name="Google Shape;149;p32"/>
          <p:cNvSpPr txBox="1"/>
          <p:nvPr>
            <p:ph hasCustomPrompt="1" idx="2" type="title"/>
          </p:nvPr>
        </p:nvSpPr>
        <p:spPr>
          <a:xfrm>
            <a:off x="1284000" y="3036025"/>
            <a:ext cx="6576000" cy="8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9600"/>
              <a:buNone/>
              <a:defRPr sz="5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150" name="Google Shape;150;p32"/>
          <p:cNvSpPr txBox="1"/>
          <p:nvPr>
            <p:ph idx="3" type="subTitle"/>
          </p:nvPr>
        </p:nvSpPr>
        <p:spPr>
          <a:xfrm>
            <a:off x="2017850" y="3863732"/>
            <a:ext cx="5108400" cy="445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600"/>
              <a:buNone/>
              <a:defRPr>
                <a:solidFill>
                  <a:schemeClr val="lt1"/>
                </a:solidFill>
              </a:defRPr>
            </a:lvl1pPr>
            <a:lvl2pPr lvl="1" rtl="0" algn="ctr">
              <a:lnSpc>
                <a:spcPct val="100000"/>
              </a:lnSpc>
              <a:spcBef>
                <a:spcPts val="160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151" name="Google Shape;151;p32"/>
          <p:cNvSpPr txBox="1"/>
          <p:nvPr>
            <p:ph idx="4"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8_1">
    <p:spTree>
      <p:nvGrpSpPr>
        <p:cNvPr id="152" name="Shape 152"/>
        <p:cNvGrpSpPr/>
        <p:nvPr/>
      </p:nvGrpSpPr>
      <p:grpSpPr>
        <a:xfrm>
          <a:off x="0" y="0"/>
          <a:ext cx="0" cy="0"/>
          <a:chOff x="0" y="0"/>
          <a:chExt cx="0" cy="0"/>
        </a:xfrm>
      </p:grpSpPr>
      <p:pic>
        <p:nvPicPr>
          <p:cNvPr id="153" name="Google Shape;153;p33"/>
          <p:cNvPicPr preferRelativeResize="0"/>
          <p:nvPr/>
        </p:nvPicPr>
        <p:blipFill rotWithShape="1">
          <a:blip r:embed="rId2">
            <a:alphaModFix/>
          </a:blip>
          <a:srcRect b="0" l="0" r="0" t="0"/>
          <a:stretch/>
        </p:blipFill>
        <p:spPr>
          <a:xfrm flipH="1" rot="10800000">
            <a:off x="0" y="0"/>
            <a:ext cx="9144001" cy="5225157"/>
          </a:xfrm>
          <a:prstGeom prst="rect">
            <a:avLst/>
          </a:prstGeom>
          <a:noFill/>
          <a:ln>
            <a:noFill/>
          </a:ln>
        </p:spPr>
      </p:pic>
      <p:sp>
        <p:nvSpPr>
          <p:cNvPr id="154" name="Google Shape;154;p33"/>
          <p:cNvSpPr txBox="1"/>
          <p:nvPr>
            <p:ph type="title"/>
          </p:nvPr>
        </p:nvSpPr>
        <p:spPr>
          <a:xfrm>
            <a:off x="1602750" y="1175225"/>
            <a:ext cx="5938500" cy="698400"/>
          </a:xfrm>
          <a:prstGeom prst="rect">
            <a:avLst/>
          </a:prstGeom>
          <a:ln>
            <a:noFill/>
          </a:ln>
        </p:spPr>
        <p:txBody>
          <a:bodyPr anchorCtr="0" anchor="t" bIns="91425" lIns="91425" spcFirstLastPara="1" rIns="91425" wrap="square" tIns="91425">
            <a:noAutofit/>
          </a:bodyPr>
          <a:lstStyle>
            <a:lvl1pPr lvl="0" algn="l">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55" name="Google Shape;155;p33"/>
          <p:cNvSpPr txBox="1"/>
          <p:nvPr>
            <p:ph idx="1" type="body"/>
          </p:nvPr>
        </p:nvSpPr>
        <p:spPr>
          <a:xfrm>
            <a:off x="1602750" y="2017975"/>
            <a:ext cx="5938500" cy="19503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sz="1200"/>
            </a:lvl1pPr>
            <a:lvl2pPr indent="-323850" lvl="1" marL="914400">
              <a:lnSpc>
                <a:spcPct val="115000"/>
              </a:lnSpc>
              <a:spcBef>
                <a:spcPts val="0"/>
              </a:spcBef>
              <a:spcAft>
                <a:spcPts val="0"/>
              </a:spcAft>
              <a:buSzPts val="1500"/>
              <a:buChar char="○"/>
              <a:defRPr/>
            </a:lvl2pPr>
            <a:lvl3pPr indent="-323850" lvl="2" marL="1371600">
              <a:lnSpc>
                <a:spcPct val="115000"/>
              </a:lnSpc>
              <a:spcBef>
                <a:spcPts val="0"/>
              </a:spcBef>
              <a:spcAft>
                <a:spcPts val="0"/>
              </a:spcAft>
              <a:buSzPts val="1500"/>
              <a:buChar char="■"/>
              <a:defRPr/>
            </a:lvl3pPr>
            <a:lvl4pPr indent="-323850" lvl="3" marL="1828800">
              <a:lnSpc>
                <a:spcPct val="115000"/>
              </a:lnSpc>
              <a:spcBef>
                <a:spcPts val="0"/>
              </a:spcBef>
              <a:spcAft>
                <a:spcPts val="0"/>
              </a:spcAft>
              <a:buSzPts val="1500"/>
              <a:buChar char="●"/>
              <a:defRPr/>
            </a:lvl4pPr>
            <a:lvl5pPr indent="-323850" lvl="4" marL="2286000">
              <a:lnSpc>
                <a:spcPct val="115000"/>
              </a:lnSpc>
              <a:spcBef>
                <a:spcPts val="0"/>
              </a:spcBef>
              <a:spcAft>
                <a:spcPts val="0"/>
              </a:spcAft>
              <a:buSzPts val="1500"/>
              <a:buChar char="○"/>
              <a:defRPr/>
            </a:lvl5pPr>
            <a:lvl6pPr indent="-323850" lvl="5" marL="2743200">
              <a:lnSpc>
                <a:spcPct val="115000"/>
              </a:lnSpc>
              <a:spcBef>
                <a:spcPts val="0"/>
              </a:spcBef>
              <a:spcAft>
                <a:spcPts val="0"/>
              </a:spcAft>
              <a:buSzPts val="1500"/>
              <a:buChar char="■"/>
              <a:defRPr/>
            </a:lvl6pPr>
            <a:lvl7pPr indent="-323850" lvl="6" marL="3200400">
              <a:lnSpc>
                <a:spcPct val="115000"/>
              </a:lnSpc>
              <a:spcBef>
                <a:spcPts val="0"/>
              </a:spcBef>
              <a:spcAft>
                <a:spcPts val="0"/>
              </a:spcAft>
              <a:buSzPts val="1500"/>
              <a:buChar char="●"/>
              <a:defRPr/>
            </a:lvl7pPr>
            <a:lvl8pPr indent="-323850" lvl="7" marL="3657600">
              <a:lnSpc>
                <a:spcPct val="115000"/>
              </a:lnSpc>
              <a:spcBef>
                <a:spcPts val="0"/>
              </a:spcBef>
              <a:spcAft>
                <a:spcPts val="0"/>
              </a:spcAft>
              <a:buSzPts val="1500"/>
              <a:buChar char="○"/>
              <a:defRPr/>
            </a:lvl8pPr>
            <a:lvl9pPr indent="-323850" lvl="8" marL="4114800">
              <a:lnSpc>
                <a:spcPct val="115000"/>
              </a:lnSpc>
              <a:spcBef>
                <a:spcPts val="0"/>
              </a:spcBef>
              <a:spcAft>
                <a:spcPts val="0"/>
              </a:spcAft>
              <a:buSzPts val="15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8_1_2">
    <p:spTree>
      <p:nvGrpSpPr>
        <p:cNvPr id="156" name="Shape 156"/>
        <p:cNvGrpSpPr/>
        <p:nvPr/>
      </p:nvGrpSpPr>
      <p:grpSpPr>
        <a:xfrm>
          <a:off x="0" y="0"/>
          <a:ext cx="0" cy="0"/>
          <a:chOff x="0" y="0"/>
          <a:chExt cx="0" cy="0"/>
        </a:xfrm>
      </p:grpSpPr>
      <p:sp>
        <p:nvSpPr>
          <p:cNvPr id="157" name="Google Shape;157;p34"/>
          <p:cNvSpPr txBox="1"/>
          <p:nvPr>
            <p:ph type="title"/>
          </p:nvPr>
        </p:nvSpPr>
        <p:spPr>
          <a:xfrm>
            <a:off x="720000" y="428275"/>
            <a:ext cx="4844400" cy="1445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600"/>
              <a:buNone/>
              <a:defRPr sz="2600">
                <a:solidFill>
                  <a:schemeClr val="lt1"/>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58" name="Google Shape;158;p34"/>
          <p:cNvSpPr txBox="1"/>
          <p:nvPr>
            <p:ph idx="1" type="body"/>
          </p:nvPr>
        </p:nvSpPr>
        <p:spPr>
          <a:xfrm>
            <a:off x="720000" y="2066125"/>
            <a:ext cx="4844400" cy="21345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sz="1400"/>
            </a:lvl1pPr>
            <a:lvl2pPr indent="-323850" lvl="1" marL="914400">
              <a:lnSpc>
                <a:spcPct val="115000"/>
              </a:lnSpc>
              <a:spcBef>
                <a:spcPts val="0"/>
              </a:spcBef>
              <a:spcAft>
                <a:spcPts val="0"/>
              </a:spcAft>
              <a:buSzPts val="1500"/>
              <a:buChar char="○"/>
              <a:defRPr/>
            </a:lvl2pPr>
            <a:lvl3pPr indent="-323850" lvl="2" marL="1371600">
              <a:lnSpc>
                <a:spcPct val="115000"/>
              </a:lnSpc>
              <a:spcBef>
                <a:spcPts val="0"/>
              </a:spcBef>
              <a:spcAft>
                <a:spcPts val="0"/>
              </a:spcAft>
              <a:buSzPts val="1500"/>
              <a:buChar char="■"/>
              <a:defRPr/>
            </a:lvl3pPr>
            <a:lvl4pPr indent="-323850" lvl="3" marL="1828800">
              <a:lnSpc>
                <a:spcPct val="115000"/>
              </a:lnSpc>
              <a:spcBef>
                <a:spcPts val="0"/>
              </a:spcBef>
              <a:spcAft>
                <a:spcPts val="0"/>
              </a:spcAft>
              <a:buSzPts val="1500"/>
              <a:buChar char="●"/>
              <a:defRPr/>
            </a:lvl4pPr>
            <a:lvl5pPr indent="-323850" lvl="4" marL="2286000">
              <a:lnSpc>
                <a:spcPct val="115000"/>
              </a:lnSpc>
              <a:spcBef>
                <a:spcPts val="0"/>
              </a:spcBef>
              <a:spcAft>
                <a:spcPts val="0"/>
              </a:spcAft>
              <a:buSzPts val="1500"/>
              <a:buChar char="○"/>
              <a:defRPr/>
            </a:lvl5pPr>
            <a:lvl6pPr indent="-323850" lvl="5" marL="2743200">
              <a:lnSpc>
                <a:spcPct val="115000"/>
              </a:lnSpc>
              <a:spcBef>
                <a:spcPts val="0"/>
              </a:spcBef>
              <a:spcAft>
                <a:spcPts val="0"/>
              </a:spcAft>
              <a:buSzPts val="1500"/>
              <a:buChar char="■"/>
              <a:defRPr/>
            </a:lvl6pPr>
            <a:lvl7pPr indent="-323850" lvl="6" marL="3200400">
              <a:lnSpc>
                <a:spcPct val="115000"/>
              </a:lnSpc>
              <a:spcBef>
                <a:spcPts val="0"/>
              </a:spcBef>
              <a:spcAft>
                <a:spcPts val="0"/>
              </a:spcAft>
              <a:buSzPts val="1500"/>
              <a:buChar char="●"/>
              <a:defRPr/>
            </a:lvl7pPr>
            <a:lvl8pPr indent="-323850" lvl="7" marL="3657600">
              <a:lnSpc>
                <a:spcPct val="115000"/>
              </a:lnSpc>
              <a:spcBef>
                <a:spcPts val="0"/>
              </a:spcBef>
              <a:spcAft>
                <a:spcPts val="0"/>
              </a:spcAft>
              <a:buSzPts val="1500"/>
              <a:buChar char="○"/>
              <a:defRPr/>
            </a:lvl8pPr>
            <a:lvl9pPr indent="-323850" lvl="8" marL="4114800">
              <a:lnSpc>
                <a:spcPct val="115000"/>
              </a:lnSpc>
              <a:spcBef>
                <a:spcPts val="0"/>
              </a:spcBef>
              <a:spcAft>
                <a:spcPts val="0"/>
              </a:spcAft>
              <a:buSzPts val="1500"/>
              <a:buChar char="■"/>
              <a:defRPr/>
            </a:lvl9pPr>
          </a:lstStyle>
          <a:p/>
        </p:txBody>
      </p:sp>
      <p:sp>
        <p:nvSpPr>
          <p:cNvPr id="159" name="Google Shape;159;p34"/>
          <p:cNvSpPr/>
          <p:nvPr>
            <p:ph idx="2" type="pic"/>
          </p:nvPr>
        </p:nvSpPr>
        <p:spPr>
          <a:xfrm>
            <a:off x="5783025" y="0"/>
            <a:ext cx="3360900" cy="52176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8_1_1">
    <p:spTree>
      <p:nvGrpSpPr>
        <p:cNvPr id="160" name="Shape 160"/>
        <p:cNvGrpSpPr/>
        <p:nvPr/>
      </p:nvGrpSpPr>
      <p:grpSpPr>
        <a:xfrm>
          <a:off x="0" y="0"/>
          <a:ext cx="0" cy="0"/>
          <a:chOff x="0" y="0"/>
          <a:chExt cx="0" cy="0"/>
        </a:xfrm>
      </p:grpSpPr>
      <p:pic>
        <p:nvPicPr>
          <p:cNvPr id="161" name="Google Shape;161;p35"/>
          <p:cNvPicPr preferRelativeResize="0"/>
          <p:nvPr/>
        </p:nvPicPr>
        <p:blipFill rotWithShape="1">
          <a:blip r:embed="rId2">
            <a:alphaModFix/>
          </a:blip>
          <a:srcRect b="0" l="0" r="0" t="0"/>
          <a:stretch/>
        </p:blipFill>
        <p:spPr>
          <a:xfrm flipH="1" rot="10800000">
            <a:off x="0" y="0"/>
            <a:ext cx="9144001" cy="5225157"/>
          </a:xfrm>
          <a:prstGeom prst="rect">
            <a:avLst/>
          </a:prstGeom>
          <a:noFill/>
          <a:ln>
            <a:noFill/>
          </a:ln>
        </p:spPr>
      </p:pic>
      <p:sp>
        <p:nvSpPr>
          <p:cNvPr id="162" name="Google Shape;162;p35"/>
          <p:cNvSpPr txBox="1"/>
          <p:nvPr>
            <p:ph idx="1" type="body"/>
          </p:nvPr>
        </p:nvSpPr>
        <p:spPr>
          <a:xfrm>
            <a:off x="713200" y="1151125"/>
            <a:ext cx="7717800" cy="3417600"/>
          </a:xfrm>
          <a:prstGeom prst="rect">
            <a:avLst/>
          </a:prstGeom>
        </p:spPr>
        <p:txBody>
          <a:bodyPr anchorCtr="0" anchor="t" bIns="91425" lIns="91425" spcFirstLastPara="1" rIns="91425" wrap="square" tIns="91425">
            <a:noAutofit/>
          </a:bodyPr>
          <a:lstStyle>
            <a:lvl1pPr indent="-317500" lvl="0" marL="457200" marR="50800">
              <a:spcBef>
                <a:spcPts val="0"/>
              </a:spcBef>
              <a:spcAft>
                <a:spcPts val="0"/>
              </a:spcAft>
              <a:buClr>
                <a:schemeClr val="lt1"/>
              </a:buClr>
              <a:buSzPts val="1400"/>
              <a:buFont typeface="Poppins"/>
              <a:buChar char="●"/>
              <a:defRPr>
                <a:solidFill>
                  <a:schemeClr val="lt1"/>
                </a:solidFill>
              </a:defRPr>
            </a:lvl1pPr>
            <a:lvl2pPr indent="-317500" lvl="1" marL="914400">
              <a:spcBef>
                <a:spcPts val="0"/>
              </a:spcBef>
              <a:spcAft>
                <a:spcPts val="0"/>
              </a:spcAft>
              <a:buClr>
                <a:schemeClr val="lt1"/>
              </a:buClr>
              <a:buSzPts val="1400"/>
              <a:buFont typeface="Poppins"/>
              <a:buChar char="○"/>
              <a:defRPr>
                <a:solidFill>
                  <a:schemeClr val="lt1"/>
                </a:solidFill>
              </a:defRPr>
            </a:lvl2pPr>
            <a:lvl3pPr indent="-317500" lvl="2" marL="1371600">
              <a:spcBef>
                <a:spcPts val="1600"/>
              </a:spcBef>
              <a:spcAft>
                <a:spcPts val="0"/>
              </a:spcAft>
              <a:buClr>
                <a:schemeClr val="lt1"/>
              </a:buClr>
              <a:buSzPts val="1400"/>
              <a:buFont typeface="Poppins"/>
              <a:buChar char="■"/>
              <a:defRPr>
                <a:solidFill>
                  <a:schemeClr val="lt1"/>
                </a:solidFill>
              </a:defRPr>
            </a:lvl3pPr>
            <a:lvl4pPr indent="-317500" lvl="3" marL="1828800">
              <a:spcBef>
                <a:spcPts val="1600"/>
              </a:spcBef>
              <a:spcAft>
                <a:spcPts val="0"/>
              </a:spcAft>
              <a:buClr>
                <a:schemeClr val="lt1"/>
              </a:buClr>
              <a:buSzPts val="1400"/>
              <a:buFont typeface="Poppins"/>
              <a:buChar char="●"/>
              <a:defRPr>
                <a:solidFill>
                  <a:schemeClr val="lt1"/>
                </a:solidFill>
              </a:defRPr>
            </a:lvl4pPr>
            <a:lvl5pPr indent="-317500" lvl="4" marL="2286000">
              <a:spcBef>
                <a:spcPts val="1600"/>
              </a:spcBef>
              <a:spcAft>
                <a:spcPts val="0"/>
              </a:spcAft>
              <a:buClr>
                <a:schemeClr val="lt1"/>
              </a:buClr>
              <a:buSzPts val="1400"/>
              <a:buFont typeface="Poppins"/>
              <a:buChar char="○"/>
              <a:defRPr>
                <a:solidFill>
                  <a:schemeClr val="lt1"/>
                </a:solidFill>
              </a:defRPr>
            </a:lvl5pPr>
            <a:lvl6pPr indent="-317500" lvl="5" marL="2743200">
              <a:spcBef>
                <a:spcPts val="1600"/>
              </a:spcBef>
              <a:spcAft>
                <a:spcPts val="0"/>
              </a:spcAft>
              <a:buClr>
                <a:schemeClr val="lt1"/>
              </a:buClr>
              <a:buSzPts val="1400"/>
              <a:buFont typeface="Poppins"/>
              <a:buChar char="■"/>
              <a:defRPr>
                <a:solidFill>
                  <a:schemeClr val="lt1"/>
                </a:solidFill>
              </a:defRPr>
            </a:lvl6pPr>
            <a:lvl7pPr indent="-317500" lvl="6" marL="3200400">
              <a:spcBef>
                <a:spcPts val="1600"/>
              </a:spcBef>
              <a:spcAft>
                <a:spcPts val="0"/>
              </a:spcAft>
              <a:buClr>
                <a:schemeClr val="lt1"/>
              </a:buClr>
              <a:buSzPts val="1400"/>
              <a:buFont typeface="Poppins"/>
              <a:buChar char="●"/>
              <a:defRPr>
                <a:solidFill>
                  <a:schemeClr val="lt1"/>
                </a:solidFill>
              </a:defRPr>
            </a:lvl7pPr>
            <a:lvl8pPr indent="-317500" lvl="7" marL="3657600">
              <a:spcBef>
                <a:spcPts val="1600"/>
              </a:spcBef>
              <a:spcAft>
                <a:spcPts val="0"/>
              </a:spcAft>
              <a:buClr>
                <a:schemeClr val="lt1"/>
              </a:buClr>
              <a:buSzPts val="1400"/>
              <a:buFont typeface="Poppins"/>
              <a:buChar char="○"/>
              <a:defRPr>
                <a:solidFill>
                  <a:schemeClr val="lt1"/>
                </a:solidFill>
              </a:defRPr>
            </a:lvl8pPr>
            <a:lvl9pPr indent="-317500" lvl="8" marL="4114800">
              <a:spcBef>
                <a:spcPts val="1600"/>
              </a:spcBef>
              <a:spcAft>
                <a:spcPts val="1600"/>
              </a:spcAft>
              <a:buClr>
                <a:schemeClr val="lt1"/>
              </a:buClr>
              <a:buSzPts val="1400"/>
              <a:buFont typeface="Poppins"/>
              <a:buChar char="■"/>
              <a:defRPr>
                <a:solidFill>
                  <a:schemeClr val="lt1"/>
                </a:solidFill>
              </a:defRPr>
            </a:lvl9pPr>
          </a:lstStyle>
          <a:p/>
        </p:txBody>
      </p:sp>
      <p:sp>
        <p:nvSpPr>
          <p:cNvPr id="163" name="Google Shape;163;p3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64" name="Shape 164"/>
        <p:cNvGrpSpPr/>
        <p:nvPr/>
      </p:nvGrpSpPr>
      <p:grpSpPr>
        <a:xfrm>
          <a:off x="0" y="0"/>
          <a:ext cx="0" cy="0"/>
          <a:chOff x="0" y="0"/>
          <a:chExt cx="0" cy="0"/>
        </a:xfrm>
      </p:grpSpPr>
      <p:pic>
        <p:nvPicPr>
          <p:cNvPr id="165" name="Google Shape;165;p36"/>
          <p:cNvPicPr preferRelativeResize="0"/>
          <p:nvPr/>
        </p:nvPicPr>
        <p:blipFill rotWithShape="1">
          <a:blip r:embed="rId2">
            <a:alphaModFix/>
          </a:blip>
          <a:srcRect b="0" l="0" r="0" t="0"/>
          <a:stretch/>
        </p:blipFill>
        <p:spPr>
          <a:xfrm rot="10800000">
            <a:off x="0" y="0"/>
            <a:ext cx="9144001" cy="5225157"/>
          </a:xfrm>
          <a:prstGeom prst="rect">
            <a:avLst/>
          </a:prstGeom>
          <a:noFill/>
          <a:ln>
            <a:noFill/>
          </a:ln>
        </p:spPr>
      </p:pic>
      <p:sp>
        <p:nvSpPr>
          <p:cNvPr id="166" name="Google Shape;166;p36"/>
          <p:cNvSpPr txBox="1"/>
          <p:nvPr>
            <p:ph type="title"/>
          </p:nvPr>
        </p:nvSpPr>
        <p:spPr>
          <a:xfrm>
            <a:off x="720000" y="455200"/>
            <a:ext cx="7710900" cy="785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4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7" name="Google Shape;167;p36"/>
          <p:cNvSpPr txBox="1"/>
          <p:nvPr>
            <p:ph idx="1" type="subTitle"/>
          </p:nvPr>
        </p:nvSpPr>
        <p:spPr>
          <a:xfrm>
            <a:off x="2646000" y="2203225"/>
            <a:ext cx="3852000" cy="102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600"/>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
        <p:nvSpPr>
          <p:cNvPr id="168" name="Google Shape;168;p36"/>
          <p:cNvSpPr txBox="1"/>
          <p:nvPr>
            <p:ph idx="2" type="subTitle"/>
          </p:nvPr>
        </p:nvSpPr>
        <p:spPr>
          <a:xfrm>
            <a:off x="716550" y="3629725"/>
            <a:ext cx="7710900" cy="43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200"/>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
        <p:nvSpPr>
          <p:cNvPr id="169" name="Google Shape;169;p36"/>
          <p:cNvSpPr txBox="1"/>
          <p:nvPr>
            <p:ph idx="3" type="subTitle"/>
          </p:nvPr>
        </p:nvSpPr>
        <p:spPr>
          <a:xfrm>
            <a:off x="3235200" y="3937700"/>
            <a:ext cx="2673600" cy="43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200"/>
            </a:lvl1pPr>
            <a:lvl2pPr lvl="1" rtl="0" algn="ctr">
              <a:lnSpc>
                <a:spcPct val="100000"/>
              </a:lnSpc>
              <a:spcBef>
                <a:spcPts val="0"/>
              </a:spcBef>
              <a:spcAft>
                <a:spcPts val="0"/>
              </a:spcAft>
              <a:buSzPts val="1500"/>
              <a:buNone/>
              <a:defRPr/>
            </a:lvl2pPr>
            <a:lvl3pPr lvl="2" rtl="0" algn="ctr">
              <a:lnSpc>
                <a:spcPct val="100000"/>
              </a:lnSpc>
              <a:spcBef>
                <a:spcPts val="1600"/>
              </a:spcBef>
              <a:spcAft>
                <a:spcPts val="0"/>
              </a:spcAft>
              <a:buSzPts val="1500"/>
              <a:buNone/>
              <a:defRPr/>
            </a:lvl3pPr>
            <a:lvl4pPr lvl="3" rtl="0" algn="ctr">
              <a:lnSpc>
                <a:spcPct val="100000"/>
              </a:lnSpc>
              <a:spcBef>
                <a:spcPts val="1600"/>
              </a:spcBef>
              <a:spcAft>
                <a:spcPts val="0"/>
              </a:spcAft>
              <a:buSzPts val="1500"/>
              <a:buNone/>
              <a:defRPr/>
            </a:lvl4pPr>
            <a:lvl5pPr lvl="4" rtl="0" algn="ctr">
              <a:lnSpc>
                <a:spcPct val="100000"/>
              </a:lnSpc>
              <a:spcBef>
                <a:spcPts val="1600"/>
              </a:spcBef>
              <a:spcAft>
                <a:spcPts val="0"/>
              </a:spcAft>
              <a:buSzPts val="1500"/>
              <a:buNone/>
              <a:defRPr/>
            </a:lvl5pPr>
            <a:lvl6pPr lvl="5" rtl="0" algn="ctr">
              <a:lnSpc>
                <a:spcPct val="100000"/>
              </a:lnSpc>
              <a:spcBef>
                <a:spcPts val="1600"/>
              </a:spcBef>
              <a:spcAft>
                <a:spcPts val="0"/>
              </a:spcAft>
              <a:buSzPts val="1500"/>
              <a:buNone/>
              <a:defRPr/>
            </a:lvl6pPr>
            <a:lvl7pPr lvl="6" rtl="0" algn="ctr">
              <a:lnSpc>
                <a:spcPct val="100000"/>
              </a:lnSpc>
              <a:spcBef>
                <a:spcPts val="1600"/>
              </a:spcBef>
              <a:spcAft>
                <a:spcPts val="0"/>
              </a:spcAft>
              <a:buSzPts val="1500"/>
              <a:buNone/>
              <a:defRPr/>
            </a:lvl7pPr>
            <a:lvl8pPr lvl="7" rtl="0" algn="ctr">
              <a:lnSpc>
                <a:spcPct val="100000"/>
              </a:lnSpc>
              <a:spcBef>
                <a:spcPts val="1600"/>
              </a:spcBef>
              <a:spcAft>
                <a:spcPts val="0"/>
              </a:spcAft>
              <a:buSzPts val="1500"/>
              <a:buNone/>
              <a:defRPr/>
            </a:lvl8pPr>
            <a:lvl9pPr lvl="8" rtl="0" algn="ctr">
              <a:lnSpc>
                <a:spcPct val="100000"/>
              </a:lnSpc>
              <a:spcBef>
                <a:spcPts val="1600"/>
              </a:spcBef>
              <a:spcAft>
                <a:spcPts val="1600"/>
              </a:spcAft>
              <a:buSzPts val="1500"/>
              <a:buNone/>
              <a:defRPr/>
            </a:lvl9pPr>
          </a:lstStyle>
          <a:p/>
        </p:txBody>
      </p:sp>
      <p:sp>
        <p:nvSpPr>
          <p:cNvPr id="170" name="Google Shape;170;p36"/>
          <p:cNvSpPr txBox="1"/>
          <p:nvPr/>
        </p:nvSpPr>
        <p:spPr>
          <a:xfrm>
            <a:off x="2099100" y="3286125"/>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200">
                <a:solidFill>
                  <a:schemeClr val="accent1"/>
                </a:solidFill>
                <a:latin typeface="Lato"/>
                <a:ea typeface="Lato"/>
                <a:cs typeface="Lato"/>
                <a:sym typeface="Lato"/>
              </a:rPr>
              <a:t>CREDITS:</a:t>
            </a:r>
            <a:r>
              <a:rPr lang="es" sz="1200">
                <a:solidFill>
                  <a:schemeClr val="accent1"/>
                </a:solidFill>
                <a:latin typeface="Lato"/>
                <a:ea typeface="Lato"/>
                <a:cs typeface="Lato"/>
                <a:sym typeface="Lato"/>
              </a:rPr>
              <a:t> This presentation template was created by </a:t>
            </a:r>
            <a:r>
              <a:rPr b="1" lang="es" sz="1200">
                <a:solidFill>
                  <a:schemeClr val="lt2"/>
                </a:solidFill>
                <a:uFill>
                  <a:noFill/>
                </a:uFill>
                <a:latin typeface="Lato"/>
                <a:ea typeface="Lato"/>
                <a:cs typeface="Lato"/>
                <a:sym typeface="Lato"/>
                <a:hlinkClick r:id="rId3">
                  <a:extLst>
                    <a:ext uri="{A12FA001-AC4F-418D-AE19-62706E023703}">
                      <ahyp:hlinkClr val="tx"/>
                    </a:ext>
                  </a:extLst>
                </a:hlinkClick>
              </a:rPr>
              <a:t>Slidesgo</a:t>
            </a:r>
            <a:r>
              <a:rPr lang="es" sz="1200">
                <a:solidFill>
                  <a:schemeClr val="accent1"/>
                </a:solidFill>
                <a:latin typeface="Lato"/>
                <a:ea typeface="Lato"/>
                <a:cs typeface="Lato"/>
                <a:sym typeface="Lato"/>
              </a:rPr>
              <a:t>, and includes icons, infographics &amp; images by </a:t>
            </a:r>
            <a:r>
              <a:rPr b="1" lang="es" sz="1200">
                <a:solidFill>
                  <a:schemeClr val="lt2"/>
                </a:solidFill>
                <a:uFill>
                  <a:noFill/>
                </a:uFill>
                <a:latin typeface="Lato"/>
                <a:ea typeface="Lato"/>
                <a:cs typeface="Lato"/>
                <a:sym typeface="Lato"/>
                <a:hlinkClick r:id="rId4">
                  <a:extLst>
                    <a:ext uri="{A12FA001-AC4F-418D-AE19-62706E023703}">
                      <ahyp:hlinkClr val="tx"/>
                    </a:ext>
                  </a:extLst>
                </a:hlinkClick>
              </a:rPr>
              <a:t>Freepik</a:t>
            </a:r>
            <a:r>
              <a:rPr lang="es" sz="1200">
                <a:solidFill>
                  <a:schemeClr val="lt2"/>
                </a:solidFill>
                <a:latin typeface="Lato"/>
                <a:ea typeface="Lato"/>
                <a:cs typeface="Lato"/>
                <a:sym typeface="Lato"/>
              </a:rPr>
              <a:t> </a:t>
            </a:r>
            <a:endParaRPr b="1" sz="1200" u="sng">
              <a:solidFill>
                <a:schemeClr val="lt2"/>
              </a:solidFill>
              <a:latin typeface="Lato"/>
              <a:ea typeface="Lato"/>
              <a:cs typeface="Lato"/>
              <a:sym typeface="Lato"/>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74" name="Shape 174"/>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2_1">
    <p:spTree>
      <p:nvGrpSpPr>
        <p:cNvPr id="175" name="Shape 175"/>
        <p:cNvGrpSpPr/>
        <p:nvPr/>
      </p:nvGrpSpPr>
      <p:grpSpPr>
        <a:xfrm>
          <a:off x="0" y="0"/>
          <a:ext cx="0" cy="0"/>
          <a:chOff x="0" y="0"/>
          <a:chExt cx="0" cy="0"/>
        </a:xfrm>
      </p:grpSpPr>
      <p:sp>
        <p:nvSpPr>
          <p:cNvPr id="176" name="Google Shape;176;p39"/>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7" name="Google Shape;177;p39"/>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_1_1">
    <p:spTree>
      <p:nvGrpSpPr>
        <p:cNvPr id="178" name="Shape 178"/>
        <p:cNvGrpSpPr/>
        <p:nvPr/>
      </p:nvGrpSpPr>
      <p:grpSpPr>
        <a:xfrm>
          <a:off x="0" y="0"/>
          <a:ext cx="0" cy="0"/>
          <a:chOff x="0" y="0"/>
          <a:chExt cx="0" cy="0"/>
        </a:xfrm>
      </p:grpSpPr>
      <p:sp>
        <p:nvSpPr>
          <p:cNvPr id="179" name="Google Shape;179;p40"/>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0" name="Google Shape;180;p40"/>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
        <p:nvSpPr>
          <p:cNvPr id="181" name="Google Shape;181;p40"/>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0.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1" Type="http://schemas.openxmlformats.org/officeDocument/2006/relationships/image" Target="../media/image6.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25" Type="http://schemas.openxmlformats.org/officeDocument/2006/relationships/theme" Target="../theme/theme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9" Type="http://schemas.openxmlformats.org/officeDocument/2006/relationships/slideLayout" Target="../slideLayouts/slideLayout29.xml"/><Relationship Id="rId18"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a:blip r:embed="rId1">
            <a:alphaModFix/>
          </a:blip>
          <a:stretch>
            <a:fillRect/>
          </a:stretch>
        </p:blipFill>
        <p:spPr>
          <a:xfrm>
            <a:off x="0" y="0"/>
            <a:ext cx="9144001" cy="5225157"/>
          </a:xfrm>
          <a:prstGeom prst="rect">
            <a:avLst/>
          </a:prstGeom>
          <a:noFill/>
          <a:ln>
            <a:noFill/>
          </a:ln>
        </p:spPr>
      </p:pic>
      <p:sp>
        <p:nvSpPr>
          <p:cNvPr id="52" name="Google Shape;52;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lt2"/>
              </a:buClr>
              <a:buSzPts val="3000"/>
              <a:buFont typeface="Poppins"/>
              <a:buNone/>
              <a:defRPr b="1" sz="3000">
                <a:solidFill>
                  <a:schemeClr val="lt2"/>
                </a:solidFill>
                <a:latin typeface="Poppins"/>
                <a:ea typeface="Poppins"/>
                <a:cs typeface="Poppins"/>
                <a:sym typeface="Poppins"/>
              </a:defRPr>
            </a:lvl1pPr>
            <a:lvl2pPr lvl="1" rtl="0">
              <a:spcBef>
                <a:spcPts val="0"/>
              </a:spcBef>
              <a:spcAft>
                <a:spcPts val="0"/>
              </a:spcAft>
              <a:buClr>
                <a:schemeClr val="lt2"/>
              </a:buClr>
              <a:buSzPts val="3000"/>
              <a:buFont typeface="Bebas Neue"/>
              <a:buNone/>
              <a:defRPr sz="3000">
                <a:solidFill>
                  <a:schemeClr val="lt2"/>
                </a:solidFill>
                <a:latin typeface="Bebas Neue"/>
                <a:ea typeface="Bebas Neue"/>
                <a:cs typeface="Bebas Neue"/>
                <a:sym typeface="Bebas Neue"/>
              </a:defRPr>
            </a:lvl2pPr>
            <a:lvl3pPr lvl="2" rtl="0">
              <a:spcBef>
                <a:spcPts val="0"/>
              </a:spcBef>
              <a:spcAft>
                <a:spcPts val="0"/>
              </a:spcAft>
              <a:buClr>
                <a:schemeClr val="lt2"/>
              </a:buClr>
              <a:buSzPts val="3000"/>
              <a:buFont typeface="Bebas Neue"/>
              <a:buNone/>
              <a:defRPr sz="3000">
                <a:solidFill>
                  <a:schemeClr val="lt2"/>
                </a:solidFill>
                <a:latin typeface="Bebas Neue"/>
                <a:ea typeface="Bebas Neue"/>
                <a:cs typeface="Bebas Neue"/>
                <a:sym typeface="Bebas Neue"/>
              </a:defRPr>
            </a:lvl3pPr>
            <a:lvl4pPr lvl="3" rtl="0">
              <a:spcBef>
                <a:spcPts val="0"/>
              </a:spcBef>
              <a:spcAft>
                <a:spcPts val="0"/>
              </a:spcAft>
              <a:buClr>
                <a:schemeClr val="lt2"/>
              </a:buClr>
              <a:buSzPts val="3000"/>
              <a:buFont typeface="Bebas Neue"/>
              <a:buNone/>
              <a:defRPr sz="3000">
                <a:solidFill>
                  <a:schemeClr val="lt2"/>
                </a:solidFill>
                <a:latin typeface="Bebas Neue"/>
                <a:ea typeface="Bebas Neue"/>
                <a:cs typeface="Bebas Neue"/>
                <a:sym typeface="Bebas Neue"/>
              </a:defRPr>
            </a:lvl4pPr>
            <a:lvl5pPr lvl="4" rtl="0">
              <a:spcBef>
                <a:spcPts val="0"/>
              </a:spcBef>
              <a:spcAft>
                <a:spcPts val="0"/>
              </a:spcAft>
              <a:buClr>
                <a:schemeClr val="lt2"/>
              </a:buClr>
              <a:buSzPts val="3000"/>
              <a:buFont typeface="Bebas Neue"/>
              <a:buNone/>
              <a:defRPr sz="3000">
                <a:solidFill>
                  <a:schemeClr val="lt2"/>
                </a:solidFill>
                <a:latin typeface="Bebas Neue"/>
                <a:ea typeface="Bebas Neue"/>
                <a:cs typeface="Bebas Neue"/>
                <a:sym typeface="Bebas Neue"/>
              </a:defRPr>
            </a:lvl5pPr>
            <a:lvl6pPr lvl="5" rtl="0">
              <a:spcBef>
                <a:spcPts val="0"/>
              </a:spcBef>
              <a:spcAft>
                <a:spcPts val="0"/>
              </a:spcAft>
              <a:buClr>
                <a:schemeClr val="lt2"/>
              </a:buClr>
              <a:buSzPts val="3000"/>
              <a:buFont typeface="Bebas Neue"/>
              <a:buNone/>
              <a:defRPr sz="3000">
                <a:solidFill>
                  <a:schemeClr val="lt2"/>
                </a:solidFill>
                <a:latin typeface="Bebas Neue"/>
                <a:ea typeface="Bebas Neue"/>
                <a:cs typeface="Bebas Neue"/>
                <a:sym typeface="Bebas Neue"/>
              </a:defRPr>
            </a:lvl6pPr>
            <a:lvl7pPr lvl="6" rtl="0">
              <a:spcBef>
                <a:spcPts val="0"/>
              </a:spcBef>
              <a:spcAft>
                <a:spcPts val="0"/>
              </a:spcAft>
              <a:buClr>
                <a:schemeClr val="lt2"/>
              </a:buClr>
              <a:buSzPts val="3000"/>
              <a:buFont typeface="Bebas Neue"/>
              <a:buNone/>
              <a:defRPr sz="3000">
                <a:solidFill>
                  <a:schemeClr val="lt2"/>
                </a:solidFill>
                <a:latin typeface="Bebas Neue"/>
                <a:ea typeface="Bebas Neue"/>
                <a:cs typeface="Bebas Neue"/>
                <a:sym typeface="Bebas Neue"/>
              </a:defRPr>
            </a:lvl7pPr>
            <a:lvl8pPr lvl="7" rtl="0">
              <a:spcBef>
                <a:spcPts val="0"/>
              </a:spcBef>
              <a:spcAft>
                <a:spcPts val="0"/>
              </a:spcAft>
              <a:buClr>
                <a:schemeClr val="lt2"/>
              </a:buClr>
              <a:buSzPts val="3000"/>
              <a:buFont typeface="Bebas Neue"/>
              <a:buNone/>
              <a:defRPr sz="3000">
                <a:solidFill>
                  <a:schemeClr val="lt2"/>
                </a:solidFill>
                <a:latin typeface="Bebas Neue"/>
                <a:ea typeface="Bebas Neue"/>
                <a:cs typeface="Bebas Neue"/>
                <a:sym typeface="Bebas Neue"/>
              </a:defRPr>
            </a:lvl8pPr>
            <a:lvl9pPr lvl="8" rtl="0">
              <a:spcBef>
                <a:spcPts val="0"/>
              </a:spcBef>
              <a:spcAft>
                <a:spcPts val="0"/>
              </a:spcAft>
              <a:buClr>
                <a:schemeClr val="lt2"/>
              </a:buClr>
              <a:buSzPts val="3000"/>
              <a:buFont typeface="Bebas Neue"/>
              <a:buNone/>
              <a:defRPr sz="3000">
                <a:solidFill>
                  <a:schemeClr val="lt2"/>
                </a:solidFill>
                <a:latin typeface="Bebas Neue"/>
                <a:ea typeface="Bebas Neue"/>
                <a:cs typeface="Bebas Neue"/>
                <a:sym typeface="Bebas Neue"/>
              </a:defRPr>
            </a:lvl9pPr>
          </a:lstStyle>
          <a:p/>
        </p:txBody>
      </p:sp>
      <p:sp>
        <p:nvSpPr>
          <p:cNvPr id="53" name="Google Shape;53;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23850" lvl="0" marL="457200">
              <a:lnSpc>
                <a:spcPct val="115000"/>
              </a:lnSpc>
              <a:spcBef>
                <a:spcPts val="0"/>
              </a:spcBef>
              <a:spcAft>
                <a:spcPts val="0"/>
              </a:spcAft>
              <a:buClr>
                <a:schemeClr val="lt2"/>
              </a:buClr>
              <a:buSzPts val="1500"/>
              <a:buFont typeface="Lato"/>
              <a:buChar char="●"/>
              <a:defRPr sz="1500">
                <a:solidFill>
                  <a:schemeClr val="lt2"/>
                </a:solidFill>
                <a:latin typeface="Lato"/>
                <a:ea typeface="Lato"/>
                <a:cs typeface="Lato"/>
                <a:sym typeface="Lato"/>
              </a:defRPr>
            </a:lvl1pPr>
            <a:lvl2pPr indent="-323850" lvl="1" marL="914400">
              <a:lnSpc>
                <a:spcPct val="115000"/>
              </a:lnSpc>
              <a:spcBef>
                <a:spcPts val="1600"/>
              </a:spcBef>
              <a:spcAft>
                <a:spcPts val="0"/>
              </a:spcAft>
              <a:buClr>
                <a:schemeClr val="lt2"/>
              </a:buClr>
              <a:buSzPts val="1500"/>
              <a:buFont typeface="Lato"/>
              <a:buChar char="○"/>
              <a:defRPr sz="1500">
                <a:solidFill>
                  <a:schemeClr val="lt2"/>
                </a:solidFill>
                <a:latin typeface="Lato"/>
                <a:ea typeface="Lato"/>
                <a:cs typeface="Lato"/>
                <a:sym typeface="Lato"/>
              </a:defRPr>
            </a:lvl2pPr>
            <a:lvl3pPr indent="-323850" lvl="2" marL="1371600">
              <a:lnSpc>
                <a:spcPct val="115000"/>
              </a:lnSpc>
              <a:spcBef>
                <a:spcPts val="1600"/>
              </a:spcBef>
              <a:spcAft>
                <a:spcPts val="0"/>
              </a:spcAft>
              <a:buClr>
                <a:schemeClr val="lt2"/>
              </a:buClr>
              <a:buSzPts val="1500"/>
              <a:buFont typeface="Lato"/>
              <a:buChar char="■"/>
              <a:defRPr sz="1500">
                <a:solidFill>
                  <a:schemeClr val="lt2"/>
                </a:solidFill>
                <a:latin typeface="Lato"/>
                <a:ea typeface="Lato"/>
                <a:cs typeface="Lato"/>
                <a:sym typeface="Lato"/>
              </a:defRPr>
            </a:lvl3pPr>
            <a:lvl4pPr indent="-323850" lvl="3" marL="1828800">
              <a:lnSpc>
                <a:spcPct val="115000"/>
              </a:lnSpc>
              <a:spcBef>
                <a:spcPts val="1600"/>
              </a:spcBef>
              <a:spcAft>
                <a:spcPts val="0"/>
              </a:spcAft>
              <a:buClr>
                <a:schemeClr val="lt2"/>
              </a:buClr>
              <a:buSzPts val="1500"/>
              <a:buFont typeface="Lato"/>
              <a:buChar char="●"/>
              <a:defRPr sz="1500">
                <a:solidFill>
                  <a:schemeClr val="lt2"/>
                </a:solidFill>
                <a:latin typeface="Lato"/>
                <a:ea typeface="Lato"/>
                <a:cs typeface="Lato"/>
                <a:sym typeface="Lato"/>
              </a:defRPr>
            </a:lvl4pPr>
            <a:lvl5pPr indent="-323850" lvl="4" marL="2286000">
              <a:lnSpc>
                <a:spcPct val="115000"/>
              </a:lnSpc>
              <a:spcBef>
                <a:spcPts val="1600"/>
              </a:spcBef>
              <a:spcAft>
                <a:spcPts val="0"/>
              </a:spcAft>
              <a:buClr>
                <a:schemeClr val="lt2"/>
              </a:buClr>
              <a:buSzPts val="1500"/>
              <a:buFont typeface="Lato"/>
              <a:buChar char="○"/>
              <a:defRPr sz="1500">
                <a:solidFill>
                  <a:schemeClr val="lt2"/>
                </a:solidFill>
                <a:latin typeface="Lato"/>
                <a:ea typeface="Lato"/>
                <a:cs typeface="Lato"/>
                <a:sym typeface="Lato"/>
              </a:defRPr>
            </a:lvl5pPr>
            <a:lvl6pPr indent="-323850" lvl="5" marL="2743200">
              <a:lnSpc>
                <a:spcPct val="115000"/>
              </a:lnSpc>
              <a:spcBef>
                <a:spcPts val="1600"/>
              </a:spcBef>
              <a:spcAft>
                <a:spcPts val="0"/>
              </a:spcAft>
              <a:buClr>
                <a:schemeClr val="lt2"/>
              </a:buClr>
              <a:buSzPts val="1500"/>
              <a:buFont typeface="Lato"/>
              <a:buChar char="■"/>
              <a:defRPr sz="1500">
                <a:solidFill>
                  <a:schemeClr val="lt2"/>
                </a:solidFill>
                <a:latin typeface="Lato"/>
                <a:ea typeface="Lato"/>
                <a:cs typeface="Lato"/>
                <a:sym typeface="Lato"/>
              </a:defRPr>
            </a:lvl6pPr>
            <a:lvl7pPr indent="-323850" lvl="6" marL="3200400">
              <a:lnSpc>
                <a:spcPct val="115000"/>
              </a:lnSpc>
              <a:spcBef>
                <a:spcPts val="1600"/>
              </a:spcBef>
              <a:spcAft>
                <a:spcPts val="0"/>
              </a:spcAft>
              <a:buClr>
                <a:schemeClr val="lt2"/>
              </a:buClr>
              <a:buSzPts val="1500"/>
              <a:buFont typeface="Lato"/>
              <a:buChar char="●"/>
              <a:defRPr sz="1500">
                <a:solidFill>
                  <a:schemeClr val="lt2"/>
                </a:solidFill>
                <a:latin typeface="Lato"/>
                <a:ea typeface="Lato"/>
                <a:cs typeface="Lato"/>
                <a:sym typeface="Lato"/>
              </a:defRPr>
            </a:lvl7pPr>
            <a:lvl8pPr indent="-323850" lvl="7" marL="3657600">
              <a:lnSpc>
                <a:spcPct val="115000"/>
              </a:lnSpc>
              <a:spcBef>
                <a:spcPts val="1600"/>
              </a:spcBef>
              <a:spcAft>
                <a:spcPts val="0"/>
              </a:spcAft>
              <a:buClr>
                <a:schemeClr val="lt2"/>
              </a:buClr>
              <a:buSzPts val="1500"/>
              <a:buFont typeface="Lato"/>
              <a:buChar char="○"/>
              <a:defRPr sz="1500">
                <a:solidFill>
                  <a:schemeClr val="lt2"/>
                </a:solidFill>
                <a:latin typeface="Lato"/>
                <a:ea typeface="Lato"/>
                <a:cs typeface="Lato"/>
                <a:sym typeface="Lato"/>
              </a:defRPr>
            </a:lvl8pPr>
            <a:lvl9pPr indent="-323850" lvl="8" marL="4114800">
              <a:lnSpc>
                <a:spcPct val="115000"/>
              </a:lnSpc>
              <a:spcBef>
                <a:spcPts val="1600"/>
              </a:spcBef>
              <a:spcAft>
                <a:spcPts val="1600"/>
              </a:spcAft>
              <a:buClr>
                <a:schemeClr val="lt2"/>
              </a:buClr>
              <a:buSzPts val="1500"/>
              <a:buFont typeface="Lato"/>
              <a:buChar char="■"/>
              <a:defRPr sz="1500">
                <a:solidFill>
                  <a:schemeClr val="lt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171" name="Shape 171"/>
        <p:cNvGrpSpPr/>
        <p:nvPr/>
      </p:nvGrpSpPr>
      <p:grpSpPr>
        <a:xfrm>
          <a:off x="0" y="0"/>
          <a:ext cx="0" cy="0"/>
          <a:chOff x="0" y="0"/>
          <a:chExt cx="0" cy="0"/>
        </a:xfrm>
      </p:grpSpPr>
      <p:sp>
        <p:nvSpPr>
          <p:cNvPr id="172" name="Google Shape;172;p37"/>
          <p:cNvSpPr txBox="1"/>
          <p:nvPr>
            <p:ph type="title"/>
          </p:nvPr>
        </p:nvSpPr>
        <p:spPr>
          <a:xfrm>
            <a:off x="713225" y="539500"/>
            <a:ext cx="7717500" cy="482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1pPr>
            <a:lvl2pPr lvl="1"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2pPr>
            <a:lvl3pPr lvl="2"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3pPr>
            <a:lvl4pPr lvl="3"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4pPr>
            <a:lvl5pPr lvl="4"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5pPr>
            <a:lvl6pPr lvl="5"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6pPr>
            <a:lvl7pPr lvl="6"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7pPr>
            <a:lvl8pPr lvl="7"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8pPr>
            <a:lvl9pPr lvl="8"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9pPr>
          </a:lstStyle>
          <a:p/>
        </p:txBody>
      </p:sp>
      <p:sp>
        <p:nvSpPr>
          <p:cNvPr id="173" name="Google Shape;173;p37"/>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1pPr>
            <a:lvl2pPr indent="-298450" lvl="1" marL="9144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2pPr>
            <a:lvl3pPr indent="-298450" lvl="2" marL="13716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3pPr>
            <a:lvl4pPr indent="-298450" lvl="3" marL="18288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4pPr>
            <a:lvl5pPr indent="-298450" lvl="4" marL="22860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5pPr>
            <a:lvl6pPr indent="-298450" lvl="5" marL="27432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6pPr>
            <a:lvl7pPr indent="-298450" lvl="6" marL="32004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7pPr>
            <a:lvl8pPr indent="-298450" lvl="7" marL="36576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8pPr>
            <a:lvl9pPr indent="-298450" lvl="8" marL="41148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82" r:id="rId1"/>
    <p:sldLayoutId id="2147483683" r:id="rId2"/>
    <p:sldLayoutId id="2147483684"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45.png"/><Relationship Id="rId5" Type="http://schemas.openxmlformats.org/officeDocument/2006/relationships/image" Target="../media/image43.png"/><Relationship Id="rId6" Type="http://schemas.openxmlformats.org/officeDocument/2006/relationships/image" Target="../media/image3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1.xml"/><Relationship Id="rId3" Type="http://schemas.openxmlformats.org/officeDocument/2006/relationships/image" Target="../media/image44.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4.xml"/><Relationship Id="rId3" Type="http://schemas.openxmlformats.org/officeDocument/2006/relationships/image" Target="../media/image35.png"/><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0.xml"/><Relationship Id="rId3"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28.png"/><Relationship Id="rId5" Type="http://schemas.openxmlformats.org/officeDocument/2006/relationships/image" Target="../media/image30.png"/><Relationship Id="rId6" Type="http://schemas.openxmlformats.org/officeDocument/2006/relationships/image" Target="../media/image37.png"/><Relationship Id="rId7" Type="http://schemas.openxmlformats.org/officeDocument/2006/relationships/image" Target="../media/image4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32.png"/><Relationship Id="rId5" Type="http://schemas.openxmlformats.org/officeDocument/2006/relationships/image" Target="../media/image36.png"/><Relationship Id="rId6"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34.png"/><Relationship Id="rId5"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8.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5" name="Shape 185"/>
        <p:cNvGrpSpPr/>
        <p:nvPr/>
      </p:nvGrpSpPr>
      <p:grpSpPr>
        <a:xfrm>
          <a:off x="0" y="0"/>
          <a:ext cx="0" cy="0"/>
          <a:chOff x="0" y="0"/>
          <a:chExt cx="0" cy="0"/>
        </a:xfrm>
      </p:grpSpPr>
      <p:sp>
        <p:nvSpPr>
          <p:cNvPr id="186" name="Google Shape;186;p41"/>
          <p:cNvSpPr txBox="1"/>
          <p:nvPr>
            <p:ph type="ctrTitle"/>
          </p:nvPr>
        </p:nvSpPr>
        <p:spPr>
          <a:xfrm>
            <a:off x="311700" y="744575"/>
            <a:ext cx="4320300" cy="1114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sz="5000">
                <a:latin typeface="Poppins Medium"/>
                <a:ea typeface="Poppins Medium"/>
                <a:cs typeface="Poppins Medium"/>
                <a:sym typeface="Poppins Medium"/>
              </a:rPr>
              <a:t>REG-VEL</a:t>
            </a:r>
            <a:endParaRPr sz="5000">
              <a:latin typeface="Poppins Medium"/>
              <a:ea typeface="Poppins Medium"/>
              <a:cs typeface="Poppins Medium"/>
              <a:sym typeface="Poppins Medium"/>
            </a:endParaRPr>
          </a:p>
        </p:txBody>
      </p:sp>
      <p:sp>
        <p:nvSpPr>
          <p:cNvPr id="187" name="Google Shape;187;p41"/>
          <p:cNvSpPr txBox="1"/>
          <p:nvPr>
            <p:ph idx="1" type="subTitle"/>
          </p:nvPr>
        </p:nvSpPr>
        <p:spPr>
          <a:xfrm>
            <a:off x="-78450" y="3558300"/>
            <a:ext cx="5100600" cy="15852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None/>
            </a:pPr>
            <a:r>
              <a:rPr lang="es">
                <a:solidFill>
                  <a:schemeClr val="accent2"/>
                </a:solidFill>
                <a:latin typeface="Poppins Medium"/>
                <a:ea typeface="Poppins Medium"/>
                <a:cs typeface="Poppins Medium"/>
                <a:sym typeface="Poppins Medium"/>
              </a:rPr>
              <a:t>Regulador de Velocidad Automatico </a:t>
            </a:r>
            <a:endParaRPr>
              <a:solidFill>
                <a:schemeClr val="accent2"/>
              </a:solidFill>
              <a:latin typeface="Poppins Medium"/>
              <a:ea typeface="Poppins Medium"/>
              <a:cs typeface="Poppins Medium"/>
              <a:sym typeface="Poppins Medium"/>
            </a:endParaRPr>
          </a:p>
          <a:p>
            <a:pPr indent="0" lvl="0" marL="0" rtl="0" algn="ctr">
              <a:spcBef>
                <a:spcPts val="0"/>
              </a:spcBef>
              <a:spcAft>
                <a:spcPts val="0"/>
              </a:spcAft>
              <a:buNone/>
            </a:pPr>
            <a:r>
              <a:t/>
            </a:r>
            <a:endParaRPr>
              <a:solidFill>
                <a:schemeClr val="accent2"/>
              </a:solidFill>
              <a:latin typeface="Poppins Medium"/>
              <a:ea typeface="Poppins Medium"/>
              <a:cs typeface="Poppins Medium"/>
              <a:sym typeface="Poppins Medium"/>
            </a:endParaRPr>
          </a:p>
          <a:p>
            <a:pPr indent="0" lvl="0" marL="0" rtl="0" algn="ctr">
              <a:spcBef>
                <a:spcPts val="0"/>
              </a:spcBef>
              <a:spcAft>
                <a:spcPts val="0"/>
              </a:spcAft>
              <a:buNone/>
            </a:pPr>
            <a:r>
              <a:rPr lang="es">
                <a:solidFill>
                  <a:schemeClr val="accent2"/>
                </a:solidFill>
                <a:latin typeface="Poppins Medium"/>
                <a:ea typeface="Poppins Medium"/>
                <a:cs typeface="Poppins Medium"/>
                <a:sym typeface="Poppins Medium"/>
              </a:rPr>
              <a:t>Alumnos: Julian Homola - Fabrizio Marrone -</a:t>
            </a:r>
            <a:endParaRPr>
              <a:solidFill>
                <a:schemeClr val="accent2"/>
              </a:solidFill>
              <a:latin typeface="Poppins Medium"/>
              <a:ea typeface="Poppins Medium"/>
              <a:cs typeface="Poppins Medium"/>
              <a:sym typeface="Poppins Medium"/>
            </a:endParaRPr>
          </a:p>
          <a:p>
            <a:pPr indent="0" lvl="0" marL="0" rtl="0" algn="ctr">
              <a:spcBef>
                <a:spcPts val="0"/>
              </a:spcBef>
              <a:spcAft>
                <a:spcPts val="0"/>
              </a:spcAft>
              <a:buNone/>
            </a:pPr>
            <a:r>
              <a:rPr lang="es">
                <a:solidFill>
                  <a:schemeClr val="accent2"/>
                </a:solidFill>
                <a:latin typeface="Poppins Medium"/>
                <a:ea typeface="Poppins Medium"/>
                <a:cs typeface="Poppins Medium"/>
                <a:sym typeface="Poppins Medium"/>
              </a:rPr>
              <a:t> Pedro zamora</a:t>
            </a:r>
            <a:endParaRPr>
              <a:solidFill>
                <a:schemeClr val="accent2"/>
              </a:solidFill>
              <a:latin typeface="Poppins Medium"/>
              <a:ea typeface="Poppins Medium"/>
              <a:cs typeface="Poppins Medium"/>
              <a:sym typeface="Poppins Medium"/>
            </a:endParaRPr>
          </a:p>
          <a:p>
            <a:pPr indent="0" lvl="0" marL="0" rtl="0" algn="ctr">
              <a:spcBef>
                <a:spcPts val="0"/>
              </a:spcBef>
              <a:spcAft>
                <a:spcPts val="0"/>
              </a:spcAft>
              <a:buNone/>
            </a:pPr>
            <a:r>
              <a:rPr lang="es">
                <a:solidFill>
                  <a:schemeClr val="accent2"/>
                </a:solidFill>
                <a:latin typeface="Poppins Medium"/>
                <a:ea typeface="Poppins Medium"/>
                <a:cs typeface="Poppins Medium"/>
                <a:sym typeface="Poppins Medium"/>
              </a:rPr>
              <a:t>Profesores: Federico </a:t>
            </a:r>
            <a:r>
              <a:rPr lang="es">
                <a:solidFill>
                  <a:schemeClr val="accent2"/>
                </a:solidFill>
                <a:latin typeface="Poppins Medium"/>
                <a:ea typeface="Poppins Medium"/>
                <a:cs typeface="Poppins Medium"/>
                <a:sym typeface="Poppins Medium"/>
              </a:rPr>
              <a:t>Ferraro</a:t>
            </a:r>
            <a:r>
              <a:rPr lang="es">
                <a:solidFill>
                  <a:schemeClr val="accent2"/>
                </a:solidFill>
                <a:latin typeface="Poppins Medium"/>
                <a:ea typeface="Poppins Medium"/>
                <a:cs typeface="Poppins Medium"/>
                <a:sym typeface="Poppins Medium"/>
              </a:rPr>
              <a:t> - Matias Schultes.</a:t>
            </a:r>
            <a:endParaRPr>
              <a:solidFill>
                <a:schemeClr val="accent2"/>
              </a:solidFill>
              <a:latin typeface="Poppins Medium"/>
              <a:ea typeface="Poppins Medium"/>
              <a:cs typeface="Poppins Medium"/>
              <a:sym typeface="Poppins Medium"/>
            </a:endParaRPr>
          </a:p>
          <a:p>
            <a:pPr indent="0" lvl="0" marL="0" rtl="0" algn="ctr">
              <a:spcBef>
                <a:spcPts val="0"/>
              </a:spcBef>
              <a:spcAft>
                <a:spcPts val="0"/>
              </a:spcAft>
              <a:buNone/>
            </a:pPr>
            <a:r>
              <a:rPr lang="es">
                <a:solidFill>
                  <a:schemeClr val="accent2"/>
                </a:solidFill>
                <a:latin typeface="Poppins Medium"/>
                <a:ea typeface="Poppins Medium"/>
                <a:cs typeface="Poppins Medium"/>
                <a:sym typeface="Poppins Medium"/>
              </a:rPr>
              <a:t>Marcos Remedi</a:t>
            </a:r>
            <a:endParaRPr>
              <a:solidFill>
                <a:schemeClr val="accent2"/>
              </a:solidFill>
              <a:latin typeface="Poppins Medium"/>
              <a:ea typeface="Poppins Medium"/>
              <a:cs typeface="Poppins Medium"/>
              <a:sym typeface="Poppins Medium"/>
            </a:endParaRPr>
          </a:p>
          <a:p>
            <a:pPr indent="0" lvl="0" marL="0" rtl="0" algn="ctr">
              <a:spcBef>
                <a:spcPts val="0"/>
              </a:spcBef>
              <a:spcAft>
                <a:spcPts val="0"/>
              </a:spcAft>
              <a:buNone/>
            </a:pPr>
            <a:r>
              <a:rPr lang="es">
                <a:solidFill>
                  <a:schemeClr val="accent2"/>
                </a:solidFill>
                <a:latin typeface="Poppins Medium"/>
                <a:ea typeface="Poppins Medium"/>
                <a:cs typeface="Poppins Medium"/>
                <a:sym typeface="Poppins Medium"/>
              </a:rPr>
              <a:t>Curso: 7B </a:t>
            </a:r>
            <a:endParaRPr>
              <a:solidFill>
                <a:schemeClr val="accent2"/>
              </a:solidFill>
              <a:latin typeface="Poppins Medium"/>
              <a:ea typeface="Poppins Medium"/>
              <a:cs typeface="Poppins Medium"/>
              <a:sym typeface="Poppins Medium"/>
            </a:endParaRPr>
          </a:p>
        </p:txBody>
      </p:sp>
      <p:pic>
        <p:nvPicPr>
          <p:cNvPr id="188" name="Google Shape;188;p41" title="ChatGPT Image 23 abr 2025, 13_41_49.png"/>
          <p:cNvPicPr preferRelativeResize="0"/>
          <p:nvPr/>
        </p:nvPicPr>
        <p:blipFill rotWithShape="1">
          <a:blip r:embed="rId4">
            <a:alphaModFix/>
          </a:blip>
          <a:srcRect b="4704" l="3665" r="4227" t="3770"/>
          <a:stretch/>
        </p:blipFill>
        <p:spPr>
          <a:xfrm>
            <a:off x="1649638" y="1717998"/>
            <a:ext cx="1644431" cy="1585201"/>
          </a:xfrm>
          <a:prstGeom prst="rect">
            <a:avLst/>
          </a:prstGeom>
          <a:noFill/>
          <a:ln>
            <a:noFill/>
          </a:ln>
        </p:spPr>
      </p:pic>
      <p:pic>
        <p:nvPicPr>
          <p:cNvPr id="189" name="Google Shape;189;p41"/>
          <p:cNvPicPr preferRelativeResize="0"/>
          <p:nvPr/>
        </p:nvPicPr>
        <p:blipFill>
          <a:blip r:embed="rId5">
            <a:alphaModFix amt="80000"/>
          </a:blip>
          <a:stretch>
            <a:fillRect/>
          </a:stretch>
        </p:blipFill>
        <p:spPr>
          <a:xfrm>
            <a:off x="4823700" y="0"/>
            <a:ext cx="4320301" cy="2429064"/>
          </a:xfrm>
          <a:prstGeom prst="rect">
            <a:avLst/>
          </a:prstGeom>
          <a:noFill/>
          <a:ln>
            <a:noFill/>
          </a:ln>
        </p:spPr>
      </p:pic>
      <p:pic>
        <p:nvPicPr>
          <p:cNvPr id="190" name="Google Shape;190;p41"/>
          <p:cNvPicPr preferRelativeResize="0"/>
          <p:nvPr/>
        </p:nvPicPr>
        <p:blipFill rotWithShape="1">
          <a:blip r:embed="rId6">
            <a:alphaModFix amt="80000"/>
          </a:blip>
          <a:srcRect b="11187" l="0" r="0" t="9295"/>
          <a:stretch/>
        </p:blipFill>
        <p:spPr>
          <a:xfrm>
            <a:off x="4823700" y="2568772"/>
            <a:ext cx="4320300" cy="257472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2"/>
          <p:cNvSpPr txBox="1"/>
          <p:nvPr>
            <p:ph type="title"/>
          </p:nvPr>
        </p:nvSpPr>
        <p:spPr>
          <a:xfrm>
            <a:off x="720000" y="1335150"/>
            <a:ext cx="7704000" cy="1236600"/>
          </a:xfrm>
          <a:prstGeom prst="rect">
            <a:avLst/>
          </a:prstGeom>
        </p:spPr>
        <p:txBody>
          <a:bodyPr anchorCtr="0" anchor="ctr" bIns="91425" lIns="91425" spcFirstLastPara="1" rIns="91425" wrap="square" tIns="91425">
            <a:spAutoFit/>
          </a:bodyPr>
          <a:lstStyle/>
          <a:p>
            <a:pPr indent="0" lvl="0" marL="0" rtl="0" algn="ctr">
              <a:spcBef>
                <a:spcPts val="1000"/>
              </a:spcBef>
              <a:spcAft>
                <a:spcPts val="0"/>
              </a:spcAft>
              <a:buNone/>
            </a:pPr>
            <a:r>
              <a:rPr lang="es"/>
              <a:t>La </a:t>
            </a:r>
            <a:r>
              <a:rPr lang="es"/>
              <a:t>problemática</a:t>
            </a:r>
            <a:r>
              <a:rPr lang="es"/>
              <a:t> tratada es:</a:t>
            </a:r>
            <a:endParaRPr/>
          </a:p>
          <a:p>
            <a:pPr indent="0" lvl="0" marL="0" rtl="0" algn="ctr">
              <a:spcBef>
                <a:spcPts val="1000"/>
              </a:spcBef>
              <a:spcAft>
                <a:spcPts val="0"/>
              </a:spcAft>
              <a:buNone/>
            </a:pPr>
            <a:r>
              <a:rPr lang="es"/>
              <a:t>La Velocidad en el </a:t>
            </a:r>
            <a:r>
              <a:rPr lang="es"/>
              <a:t>ámbito</a:t>
            </a:r>
            <a:r>
              <a:rPr lang="es"/>
              <a:t> vial.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43"/>
          <p:cNvSpPr txBox="1"/>
          <p:nvPr>
            <p:ph type="title"/>
          </p:nvPr>
        </p:nvSpPr>
        <p:spPr>
          <a:xfrm>
            <a:off x="591750" y="457850"/>
            <a:ext cx="7960500" cy="5694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s" sz="2500"/>
              <a:t>La </a:t>
            </a:r>
            <a:r>
              <a:rPr lang="es" sz="2500"/>
              <a:t>problemática</a:t>
            </a:r>
            <a:r>
              <a:rPr lang="es" sz="2500"/>
              <a:t>: </a:t>
            </a:r>
            <a:r>
              <a:rPr lang="es" sz="2500"/>
              <a:t>La Velocidad en el ámbito vial.</a:t>
            </a:r>
            <a:endParaRPr sz="2500"/>
          </a:p>
        </p:txBody>
      </p:sp>
      <p:sp>
        <p:nvSpPr>
          <p:cNvPr id="201" name="Google Shape;201;p43"/>
          <p:cNvSpPr txBox="1"/>
          <p:nvPr/>
        </p:nvSpPr>
        <p:spPr>
          <a:xfrm>
            <a:off x="934950" y="1155825"/>
            <a:ext cx="7274100" cy="30816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000"/>
              </a:spcBef>
              <a:spcAft>
                <a:spcPts val="0"/>
              </a:spcAft>
              <a:buClr>
                <a:schemeClr val="lt1"/>
              </a:buClr>
              <a:buSzPts val="1600"/>
              <a:buFont typeface="Poppins"/>
              <a:buChar char="●"/>
            </a:pPr>
            <a:r>
              <a:rPr lang="es" sz="1600">
                <a:solidFill>
                  <a:schemeClr val="lt1"/>
                </a:solidFill>
                <a:latin typeface="Poppins"/>
                <a:ea typeface="Poppins"/>
                <a:cs typeface="Poppins"/>
                <a:sym typeface="Poppins"/>
              </a:rPr>
              <a:t>A nivel global, la Organización Mundial de la Salud considera la velocidad como el elemento más importante que determina la seguridad en los sistemas de transporte.</a:t>
            </a:r>
            <a:endParaRPr sz="1600">
              <a:solidFill>
                <a:schemeClr val="lt1"/>
              </a:solidFill>
              <a:latin typeface="Poppins"/>
              <a:ea typeface="Poppins"/>
              <a:cs typeface="Poppins"/>
              <a:sym typeface="Poppins"/>
            </a:endParaRPr>
          </a:p>
          <a:p>
            <a:pPr indent="-330200" lvl="0" marL="457200" rtl="0" algn="l">
              <a:lnSpc>
                <a:spcPct val="115000"/>
              </a:lnSpc>
              <a:spcBef>
                <a:spcPts val="1000"/>
              </a:spcBef>
              <a:spcAft>
                <a:spcPts val="0"/>
              </a:spcAft>
              <a:buClr>
                <a:schemeClr val="lt1"/>
              </a:buClr>
              <a:buSzPts val="1600"/>
              <a:buFont typeface="Poppins"/>
              <a:buChar char="●"/>
            </a:pPr>
            <a:r>
              <a:rPr lang="es" sz="1600">
                <a:solidFill>
                  <a:schemeClr val="lt1"/>
                </a:solidFill>
                <a:latin typeface="Poppins"/>
                <a:ea typeface="Poppins"/>
                <a:cs typeface="Poppins"/>
                <a:sym typeface="Poppins"/>
              </a:rPr>
              <a:t>En países como Chile, la "velocidad imprudente o no razonable" fue la principal causa de siniestros en 2021. </a:t>
            </a:r>
            <a:endParaRPr sz="1600">
              <a:solidFill>
                <a:schemeClr val="lt1"/>
              </a:solidFill>
              <a:latin typeface="Poppins"/>
              <a:ea typeface="Poppins"/>
              <a:cs typeface="Poppins"/>
              <a:sym typeface="Poppins"/>
            </a:endParaRPr>
          </a:p>
          <a:p>
            <a:pPr indent="-330200" lvl="0" marL="457200" rtl="0" algn="l">
              <a:lnSpc>
                <a:spcPct val="115000"/>
              </a:lnSpc>
              <a:spcBef>
                <a:spcPts val="1000"/>
              </a:spcBef>
              <a:spcAft>
                <a:spcPts val="0"/>
              </a:spcAft>
              <a:buClr>
                <a:schemeClr val="lt1"/>
              </a:buClr>
              <a:buSzPts val="1600"/>
              <a:buFont typeface="Poppins"/>
              <a:buChar char="●"/>
            </a:pPr>
            <a:r>
              <a:rPr lang="es" sz="1600">
                <a:solidFill>
                  <a:schemeClr val="lt1"/>
                </a:solidFill>
                <a:latin typeface="Poppins"/>
                <a:ea typeface="Poppins"/>
                <a:cs typeface="Poppins"/>
                <a:sym typeface="Poppins"/>
              </a:rPr>
              <a:t>En Ecuador, exceder los límites de velocidad se configuró como la tercera causa de siniestros reportados en abril de 2022.</a:t>
            </a:r>
            <a:endParaRPr sz="1600">
              <a:solidFill>
                <a:schemeClr val="lt1"/>
              </a:solidFill>
              <a:latin typeface="Poppins"/>
              <a:ea typeface="Poppins"/>
              <a:cs typeface="Poppins"/>
              <a:sym typeface="Poppins"/>
            </a:endParaRPr>
          </a:p>
          <a:p>
            <a:pPr indent="-330200" lvl="0" marL="457200" rtl="0" algn="l">
              <a:lnSpc>
                <a:spcPct val="115000"/>
              </a:lnSpc>
              <a:spcBef>
                <a:spcPts val="1000"/>
              </a:spcBef>
              <a:spcAft>
                <a:spcPts val="1000"/>
              </a:spcAft>
              <a:buClr>
                <a:schemeClr val="lt1"/>
              </a:buClr>
              <a:buSzPts val="1600"/>
              <a:buFont typeface="Poppins"/>
              <a:buChar char="●"/>
            </a:pPr>
            <a:r>
              <a:rPr lang="es" sz="1600">
                <a:solidFill>
                  <a:schemeClr val="lt1"/>
                </a:solidFill>
                <a:latin typeface="Poppins"/>
                <a:ea typeface="Poppins"/>
                <a:cs typeface="Poppins"/>
                <a:sym typeface="Poppins"/>
              </a:rPr>
              <a:t>La velocidad incide tanto en las probabilidades de que ocurran siniestros como en la gravedad de sus consecuencias</a:t>
            </a:r>
            <a:endParaRPr sz="1600">
              <a:solidFill>
                <a:schemeClr val="lt1"/>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44"/>
          <p:cNvSpPr txBox="1"/>
          <p:nvPr>
            <p:ph type="title"/>
          </p:nvPr>
        </p:nvSpPr>
        <p:spPr>
          <a:xfrm>
            <a:off x="1689000" y="419750"/>
            <a:ext cx="5766000" cy="569400"/>
          </a:xfrm>
          <a:prstGeom prst="rect">
            <a:avLst/>
          </a:prstGeom>
        </p:spPr>
        <p:txBody>
          <a:bodyPr anchorCtr="0" anchor="ctr" bIns="91425" lIns="91425" spcFirstLastPara="1" rIns="91425" wrap="square" tIns="91425">
            <a:spAutoFit/>
          </a:bodyPr>
          <a:lstStyle/>
          <a:p>
            <a:pPr indent="0" lvl="0" marL="0" marR="0" rtl="0" algn="l">
              <a:lnSpc>
                <a:spcPct val="100000"/>
              </a:lnSpc>
              <a:spcBef>
                <a:spcPts val="0"/>
              </a:spcBef>
              <a:spcAft>
                <a:spcPts val="0"/>
              </a:spcAft>
              <a:buNone/>
            </a:pPr>
            <a:r>
              <a:rPr lang="es" sz="2500"/>
              <a:t>La problemática: Velocidad Mata</a:t>
            </a:r>
            <a:endParaRPr/>
          </a:p>
        </p:txBody>
      </p:sp>
      <p:sp>
        <p:nvSpPr>
          <p:cNvPr id="207" name="Google Shape;207;p44"/>
          <p:cNvSpPr txBox="1"/>
          <p:nvPr/>
        </p:nvSpPr>
        <p:spPr>
          <a:xfrm>
            <a:off x="934950" y="1155825"/>
            <a:ext cx="7274100" cy="32097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000"/>
              </a:spcBef>
              <a:spcAft>
                <a:spcPts val="0"/>
              </a:spcAft>
              <a:buClr>
                <a:schemeClr val="lt1"/>
              </a:buClr>
              <a:buSzPts val="1600"/>
              <a:buFont typeface="Poppins"/>
              <a:buChar char="●"/>
            </a:pPr>
            <a:r>
              <a:rPr lang="es" sz="1600">
                <a:solidFill>
                  <a:schemeClr val="lt1"/>
                </a:solidFill>
                <a:latin typeface="Poppins"/>
                <a:ea typeface="Poppins"/>
                <a:cs typeface="Poppins"/>
                <a:sym typeface="Poppins"/>
              </a:rPr>
              <a:t>Cuanto mayor es la velocidad, menor es la capacidad de respuesta del conductor y mayor la distancia de detención.</a:t>
            </a:r>
            <a:endParaRPr sz="1600">
              <a:solidFill>
                <a:schemeClr val="lt1"/>
              </a:solidFill>
              <a:latin typeface="Poppins"/>
              <a:ea typeface="Poppins"/>
              <a:cs typeface="Poppins"/>
              <a:sym typeface="Poppins"/>
            </a:endParaRPr>
          </a:p>
          <a:p>
            <a:pPr indent="-330200" lvl="0" marL="457200" rtl="0" algn="l">
              <a:lnSpc>
                <a:spcPct val="115000"/>
              </a:lnSpc>
              <a:spcBef>
                <a:spcPts val="1000"/>
              </a:spcBef>
              <a:spcAft>
                <a:spcPts val="0"/>
              </a:spcAft>
              <a:buClr>
                <a:schemeClr val="lt1"/>
              </a:buClr>
              <a:buSzPts val="1600"/>
              <a:buFont typeface="Poppins"/>
              <a:buChar char="●"/>
            </a:pPr>
            <a:r>
              <a:rPr lang="es" sz="1600">
                <a:solidFill>
                  <a:schemeClr val="lt1"/>
                </a:solidFill>
                <a:latin typeface="Poppins"/>
                <a:ea typeface="Poppins"/>
                <a:cs typeface="Poppins"/>
                <a:sym typeface="Poppins"/>
              </a:rPr>
              <a:t>La severidad de las lesiones aumenta drásticamente con la velocidad</a:t>
            </a:r>
            <a:endParaRPr sz="1600">
              <a:solidFill>
                <a:schemeClr val="lt1"/>
              </a:solidFill>
              <a:latin typeface="Poppins"/>
              <a:ea typeface="Poppins"/>
              <a:cs typeface="Poppins"/>
              <a:sym typeface="Poppins"/>
            </a:endParaRPr>
          </a:p>
          <a:p>
            <a:pPr indent="-330200" lvl="0" marL="457200" rtl="0" algn="l">
              <a:lnSpc>
                <a:spcPct val="115000"/>
              </a:lnSpc>
              <a:spcBef>
                <a:spcPts val="1000"/>
              </a:spcBef>
              <a:spcAft>
                <a:spcPts val="0"/>
              </a:spcAft>
              <a:buClr>
                <a:schemeClr val="lt1"/>
              </a:buClr>
              <a:buSzPts val="1600"/>
              <a:buFont typeface="Poppins"/>
              <a:buChar char="●"/>
            </a:pPr>
            <a:r>
              <a:rPr lang="es" sz="1600">
                <a:solidFill>
                  <a:schemeClr val="lt1"/>
                </a:solidFill>
                <a:latin typeface="Poppins"/>
                <a:ea typeface="Poppins"/>
                <a:cs typeface="Poppins"/>
                <a:sym typeface="Poppins"/>
              </a:rPr>
              <a:t>Pequeñas reducciones en la velocidad promedio tienen un impacto significativo. </a:t>
            </a:r>
            <a:endParaRPr sz="1600">
              <a:solidFill>
                <a:schemeClr val="lt1"/>
              </a:solidFill>
              <a:latin typeface="Poppins"/>
              <a:ea typeface="Poppins"/>
              <a:cs typeface="Poppins"/>
              <a:sym typeface="Poppins"/>
            </a:endParaRPr>
          </a:p>
          <a:p>
            <a:pPr indent="-330200" lvl="1" marL="914400" rtl="0" algn="l">
              <a:lnSpc>
                <a:spcPct val="115000"/>
              </a:lnSpc>
              <a:spcBef>
                <a:spcPts val="1000"/>
              </a:spcBef>
              <a:spcAft>
                <a:spcPts val="0"/>
              </a:spcAft>
              <a:buClr>
                <a:schemeClr val="lt1"/>
              </a:buClr>
              <a:buSzPts val="1600"/>
              <a:buFont typeface="Poppins"/>
              <a:buChar char="○"/>
            </a:pPr>
            <a:r>
              <a:rPr lang="es" sz="1600">
                <a:solidFill>
                  <a:schemeClr val="lt1"/>
                </a:solidFill>
                <a:latin typeface="Poppins"/>
                <a:ea typeface="Poppins"/>
                <a:cs typeface="Poppins"/>
                <a:sym typeface="Poppins"/>
              </a:rPr>
              <a:t>1 km/h reduce la siniestralidad en un 3%</a:t>
            </a:r>
            <a:endParaRPr sz="1600">
              <a:solidFill>
                <a:schemeClr val="lt1"/>
              </a:solidFill>
              <a:latin typeface="Poppins"/>
              <a:ea typeface="Poppins"/>
              <a:cs typeface="Poppins"/>
              <a:sym typeface="Poppins"/>
            </a:endParaRPr>
          </a:p>
          <a:p>
            <a:pPr indent="-330200" lvl="1" marL="914400" rtl="0" algn="l">
              <a:lnSpc>
                <a:spcPct val="115000"/>
              </a:lnSpc>
              <a:spcBef>
                <a:spcPts val="1000"/>
              </a:spcBef>
              <a:spcAft>
                <a:spcPts val="1000"/>
              </a:spcAft>
              <a:buClr>
                <a:schemeClr val="lt1"/>
              </a:buClr>
              <a:buSzPts val="1600"/>
              <a:buFont typeface="Poppins"/>
              <a:buChar char="○"/>
            </a:pPr>
            <a:r>
              <a:rPr lang="es" sz="1600">
                <a:solidFill>
                  <a:schemeClr val="lt1"/>
                </a:solidFill>
                <a:latin typeface="Poppins"/>
                <a:ea typeface="Poppins"/>
                <a:cs typeface="Poppins"/>
                <a:sym typeface="Poppins"/>
              </a:rPr>
              <a:t>1 km/h aumenta las lesiones en un 5% y los accidentes fatales en un 7%</a:t>
            </a:r>
            <a:endParaRPr sz="1600">
              <a:solidFill>
                <a:schemeClr val="lt1"/>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45"/>
          <p:cNvPicPr preferRelativeResize="0"/>
          <p:nvPr/>
        </p:nvPicPr>
        <p:blipFill>
          <a:blip r:embed="rId3">
            <a:alphaModFix/>
          </a:blip>
          <a:stretch>
            <a:fillRect/>
          </a:stretch>
        </p:blipFill>
        <p:spPr>
          <a:xfrm>
            <a:off x="1363125" y="1416376"/>
            <a:ext cx="6417750" cy="3334049"/>
          </a:xfrm>
          <a:prstGeom prst="rect">
            <a:avLst/>
          </a:prstGeom>
          <a:noFill/>
          <a:ln>
            <a:noFill/>
          </a:ln>
        </p:spPr>
      </p:pic>
      <p:sp>
        <p:nvSpPr>
          <p:cNvPr id="213" name="Google Shape;213;p45"/>
          <p:cNvSpPr txBox="1"/>
          <p:nvPr>
            <p:ph type="title"/>
          </p:nvPr>
        </p:nvSpPr>
        <p:spPr>
          <a:xfrm>
            <a:off x="1689000" y="419750"/>
            <a:ext cx="5766000" cy="569400"/>
          </a:xfrm>
          <a:prstGeom prst="rect">
            <a:avLst/>
          </a:prstGeom>
        </p:spPr>
        <p:txBody>
          <a:bodyPr anchorCtr="0" anchor="ctr" bIns="91425" lIns="91425" spcFirstLastPara="1" rIns="91425" wrap="square" tIns="91425">
            <a:spAutoFit/>
          </a:bodyPr>
          <a:lstStyle/>
          <a:p>
            <a:pPr indent="0" lvl="0" marL="0" marR="0" rtl="0" algn="l">
              <a:lnSpc>
                <a:spcPct val="100000"/>
              </a:lnSpc>
              <a:spcBef>
                <a:spcPts val="0"/>
              </a:spcBef>
              <a:spcAft>
                <a:spcPts val="0"/>
              </a:spcAft>
              <a:buNone/>
            </a:pPr>
            <a:r>
              <a:rPr lang="es" sz="2500"/>
              <a:t>La problemática: Velocidad Mata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6"/>
          <p:cNvSpPr txBox="1"/>
          <p:nvPr>
            <p:ph type="title"/>
          </p:nvPr>
        </p:nvSpPr>
        <p:spPr>
          <a:xfrm>
            <a:off x="1157850" y="1478850"/>
            <a:ext cx="6828300" cy="21858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s"/>
              <a:t>En el país se registraron 3.753 siniestros fatales durante el año 2023.</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s"/>
              <a:t>Como consecuencia se </a:t>
            </a:r>
            <a:r>
              <a:rPr lang="es"/>
              <a:t>perdieron</a:t>
            </a:r>
            <a:r>
              <a:rPr lang="es"/>
              <a:t> 4.486 vidas</a:t>
            </a:r>
            <a:endParaRPr/>
          </a:p>
        </p:txBody>
      </p:sp>
      <p:sp>
        <p:nvSpPr>
          <p:cNvPr id="219" name="Google Shape;219;p46"/>
          <p:cNvSpPr txBox="1"/>
          <p:nvPr>
            <p:ph type="title"/>
          </p:nvPr>
        </p:nvSpPr>
        <p:spPr>
          <a:xfrm>
            <a:off x="2681850" y="520200"/>
            <a:ext cx="3780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DATOS DEL GOBIERNO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7"/>
          <p:cNvSpPr txBox="1"/>
          <p:nvPr>
            <p:ph type="title"/>
          </p:nvPr>
        </p:nvSpPr>
        <p:spPr>
          <a:xfrm>
            <a:off x="2771850" y="323000"/>
            <a:ext cx="3600300" cy="58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SINIESTROS POR MES</a:t>
            </a:r>
            <a:endParaRPr/>
          </a:p>
          <a:p>
            <a:pPr indent="0" lvl="0" marL="0" rtl="0" algn="l">
              <a:spcBef>
                <a:spcPts val="0"/>
              </a:spcBef>
              <a:spcAft>
                <a:spcPts val="0"/>
              </a:spcAft>
              <a:buNone/>
            </a:pPr>
            <a:r>
              <a:t/>
            </a:r>
            <a:endParaRPr/>
          </a:p>
        </p:txBody>
      </p:sp>
      <p:pic>
        <p:nvPicPr>
          <p:cNvPr id="225" name="Google Shape;225;p47"/>
          <p:cNvPicPr preferRelativeResize="0"/>
          <p:nvPr/>
        </p:nvPicPr>
        <p:blipFill>
          <a:blip r:embed="rId3">
            <a:alphaModFix/>
          </a:blip>
          <a:stretch>
            <a:fillRect/>
          </a:stretch>
        </p:blipFill>
        <p:spPr>
          <a:xfrm>
            <a:off x="166588" y="958500"/>
            <a:ext cx="8810825" cy="3743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8"/>
          <p:cNvSpPr txBox="1"/>
          <p:nvPr>
            <p:ph idx="15" type="title"/>
          </p:nvPr>
        </p:nvSpPr>
        <p:spPr>
          <a:xfrm>
            <a:off x="1491300" y="1132650"/>
            <a:ext cx="6161400" cy="2185800"/>
          </a:xfrm>
          <a:prstGeom prst="rect">
            <a:avLst/>
          </a:prstGeom>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None/>
            </a:pPr>
            <a:r>
              <a:rPr lang="es" sz="2600">
                <a:solidFill>
                  <a:schemeClr val="lt1"/>
                </a:solidFill>
              </a:rPr>
              <a:t>La mayor cantidad de s</a:t>
            </a:r>
            <a:r>
              <a:rPr lang="es" sz="2600">
                <a:solidFill>
                  <a:schemeClr val="lt1"/>
                </a:solidFill>
              </a:rPr>
              <a:t>iniestros se dan</a:t>
            </a:r>
            <a:r>
              <a:rPr lang="es" sz="2600">
                <a:solidFill>
                  <a:schemeClr val="lt1"/>
                </a:solidFill>
              </a:rPr>
              <a:t>:</a:t>
            </a:r>
            <a:endParaRPr sz="2600">
              <a:solidFill>
                <a:schemeClr val="lt1"/>
              </a:solidFill>
            </a:endParaRPr>
          </a:p>
          <a:p>
            <a:pPr indent="0" lvl="0" marL="0" marR="0" rtl="0" algn="ctr">
              <a:lnSpc>
                <a:spcPct val="100000"/>
              </a:lnSpc>
              <a:spcBef>
                <a:spcPts val="0"/>
              </a:spcBef>
              <a:spcAft>
                <a:spcPts val="0"/>
              </a:spcAft>
              <a:buNone/>
            </a:pPr>
            <a:r>
              <a:rPr lang="es" sz="2600">
                <a:solidFill>
                  <a:schemeClr val="lt1"/>
                </a:solidFill>
              </a:rPr>
              <a:t>En Ruta - De Noche</a:t>
            </a:r>
            <a:endParaRPr sz="2600">
              <a:solidFill>
                <a:schemeClr val="lt1"/>
              </a:solidFill>
            </a:endParaRPr>
          </a:p>
          <a:p>
            <a:pPr indent="0" lvl="0" marL="0" marR="0" rtl="0" algn="ctr">
              <a:lnSpc>
                <a:spcPct val="100000"/>
              </a:lnSpc>
              <a:spcBef>
                <a:spcPts val="0"/>
              </a:spcBef>
              <a:spcAft>
                <a:spcPts val="0"/>
              </a:spcAft>
              <a:buNone/>
            </a:pPr>
            <a:r>
              <a:rPr lang="es" sz="2600">
                <a:solidFill>
                  <a:schemeClr val="lt1"/>
                </a:solidFill>
              </a:rPr>
              <a:t>El tipo de siniestro común: </a:t>
            </a:r>
            <a:endParaRPr sz="2600">
              <a:solidFill>
                <a:schemeClr val="lt1"/>
              </a:solidFill>
            </a:endParaRPr>
          </a:p>
          <a:p>
            <a:pPr indent="0" lvl="0" marL="0" marR="0" rtl="0" algn="ctr">
              <a:lnSpc>
                <a:spcPct val="100000"/>
              </a:lnSpc>
              <a:spcBef>
                <a:spcPts val="0"/>
              </a:spcBef>
              <a:spcAft>
                <a:spcPts val="0"/>
              </a:spcAft>
              <a:buNone/>
            </a:pPr>
            <a:r>
              <a:rPr lang="es" sz="2600">
                <a:solidFill>
                  <a:schemeClr val="lt1"/>
                </a:solidFill>
              </a:rPr>
              <a:t>La Colisión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9"/>
          <p:cNvSpPr txBox="1"/>
          <p:nvPr>
            <p:ph idx="15"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s" sz="2600">
                <a:solidFill>
                  <a:schemeClr val="lt1"/>
                </a:solidFill>
              </a:rPr>
              <a:t>DATOS OFICIALES:</a:t>
            </a:r>
            <a:endParaRPr sz="2600">
              <a:solidFill>
                <a:schemeClr val="lt1"/>
              </a:solidFill>
            </a:endParaRPr>
          </a:p>
        </p:txBody>
      </p:sp>
      <p:pic>
        <p:nvPicPr>
          <p:cNvPr id="236" name="Google Shape;236;p49"/>
          <p:cNvPicPr preferRelativeResize="0"/>
          <p:nvPr/>
        </p:nvPicPr>
        <p:blipFill rotWithShape="1">
          <a:blip r:embed="rId3">
            <a:alphaModFix/>
          </a:blip>
          <a:srcRect b="9587" l="1409" r="63970" t="4737"/>
          <a:stretch/>
        </p:blipFill>
        <p:spPr>
          <a:xfrm>
            <a:off x="4572000" y="1022850"/>
            <a:ext cx="4260251" cy="3909125"/>
          </a:xfrm>
          <a:prstGeom prst="rect">
            <a:avLst/>
          </a:prstGeom>
          <a:noFill/>
          <a:ln>
            <a:noFill/>
          </a:ln>
        </p:spPr>
      </p:pic>
      <p:pic>
        <p:nvPicPr>
          <p:cNvPr id="237" name="Google Shape;237;p49"/>
          <p:cNvPicPr preferRelativeResize="0"/>
          <p:nvPr/>
        </p:nvPicPr>
        <p:blipFill rotWithShape="1">
          <a:blip r:embed="rId3">
            <a:alphaModFix/>
          </a:blip>
          <a:srcRect b="12002" l="35754" r="31982" t="4650"/>
          <a:stretch/>
        </p:blipFill>
        <p:spPr>
          <a:xfrm>
            <a:off x="246350" y="1022688"/>
            <a:ext cx="4081227" cy="3909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50"/>
          <p:cNvSpPr txBox="1"/>
          <p:nvPr>
            <p:ph idx="15"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s" sz="2600">
                <a:solidFill>
                  <a:schemeClr val="lt1"/>
                </a:solidFill>
              </a:rPr>
              <a:t>DATOS OFICIALES:</a:t>
            </a:r>
            <a:endParaRPr sz="2600">
              <a:solidFill>
                <a:schemeClr val="lt1"/>
              </a:solidFill>
            </a:endParaRPr>
          </a:p>
        </p:txBody>
      </p:sp>
      <p:pic>
        <p:nvPicPr>
          <p:cNvPr id="243" name="Google Shape;243;p50"/>
          <p:cNvPicPr preferRelativeResize="0"/>
          <p:nvPr/>
        </p:nvPicPr>
        <p:blipFill rotWithShape="1">
          <a:blip r:embed="rId3">
            <a:alphaModFix/>
          </a:blip>
          <a:srcRect b="12002" l="67736" r="0" t="4650"/>
          <a:stretch/>
        </p:blipFill>
        <p:spPr>
          <a:xfrm>
            <a:off x="2306050" y="1017725"/>
            <a:ext cx="4941902" cy="3919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p51" title="Road_traffic_accidents_world_map_-_Death_-_WHO2012.svg.png"/>
          <p:cNvPicPr preferRelativeResize="0"/>
          <p:nvPr/>
        </p:nvPicPr>
        <p:blipFill rotWithShape="1">
          <a:blip r:embed="rId3">
            <a:alphaModFix/>
          </a:blip>
          <a:srcRect b="0" l="6285" r="5437" t="0"/>
          <a:stretch/>
        </p:blipFill>
        <p:spPr>
          <a:xfrm>
            <a:off x="1076538" y="1227250"/>
            <a:ext cx="6774067" cy="3389079"/>
          </a:xfrm>
          <a:prstGeom prst="rect">
            <a:avLst/>
          </a:prstGeom>
          <a:noFill/>
          <a:ln>
            <a:noFill/>
          </a:ln>
        </p:spPr>
      </p:pic>
      <p:pic>
        <p:nvPicPr>
          <p:cNvPr id="249" name="Google Shape;249;p51"/>
          <p:cNvPicPr preferRelativeResize="0"/>
          <p:nvPr/>
        </p:nvPicPr>
        <p:blipFill rotWithShape="1">
          <a:blip r:embed="rId4">
            <a:alphaModFix/>
          </a:blip>
          <a:srcRect b="67090" l="0" r="0" t="0"/>
          <a:stretch/>
        </p:blipFill>
        <p:spPr>
          <a:xfrm>
            <a:off x="1376077" y="4109016"/>
            <a:ext cx="1199991" cy="812964"/>
          </a:xfrm>
          <a:prstGeom prst="rect">
            <a:avLst/>
          </a:prstGeom>
          <a:noFill/>
          <a:ln>
            <a:noFill/>
          </a:ln>
        </p:spPr>
      </p:pic>
      <p:pic>
        <p:nvPicPr>
          <p:cNvPr id="250" name="Google Shape;250;p51"/>
          <p:cNvPicPr preferRelativeResize="0"/>
          <p:nvPr/>
        </p:nvPicPr>
        <p:blipFill rotWithShape="1">
          <a:blip r:embed="rId4">
            <a:alphaModFix/>
          </a:blip>
          <a:srcRect b="34183" l="0" r="0" t="32906"/>
          <a:stretch/>
        </p:blipFill>
        <p:spPr>
          <a:xfrm>
            <a:off x="3863574" y="4109016"/>
            <a:ext cx="1199991" cy="812964"/>
          </a:xfrm>
          <a:prstGeom prst="rect">
            <a:avLst/>
          </a:prstGeom>
          <a:noFill/>
          <a:ln>
            <a:noFill/>
          </a:ln>
        </p:spPr>
      </p:pic>
      <p:pic>
        <p:nvPicPr>
          <p:cNvPr id="251" name="Google Shape;251;p51"/>
          <p:cNvPicPr preferRelativeResize="0"/>
          <p:nvPr/>
        </p:nvPicPr>
        <p:blipFill rotWithShape="1">
          <a:blip r:embed="rId4">
            <a:alphaModFix/>
          </a:blip>
          <a:srcRect b="0" l="0" r="0" t="65818"/>
          <a:stretch/>
        </p:blipFill>
        <p:spPr>
          <a:xfrm>
            <a:off x="6650622" y="4093320"/>
            <a:ext cx="1199991" cy="844356"/>
          </a:xfrm>
          <a:prstGeom prst="rect">
            <a:avLst/>
          </a:prstGeom>
          <a:noFill/>
          <a:ln>
            <a:noFill/>
          </a:ln>
        </p:spPr>
      </p:pic>
      <p:sp>
        <p:nvSpPr>
          <p:cNvPr id="252" name="Google Shape;252;p51"/>
          <p:cNvSpPr txBox="1"/>
          <p:nvPr/>
        </p:nvSpPr>
        <p:spPr>
          <a:xfrm>
            <a:off x="3079450" y="1603975"/>
            <a:ext cx="4962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chemeClr val="lt2"/>
              </a:solidFill>
              <a:latin typeface="Lato"/>
              <a:ea typeface="Lato"/>
              <a:cs typeface="Lato"/>
              <a:sym typeface="Lato"/>
            </a:endParaRPr>
          </a:p>
        </p:txBody>
      </p:sp>
      <p:sp>
        <p:nvSpPr>
          <p:cNvPr id="253" name="Google Shape;253;p51"/>
          <p:cNvSpPr txBox="1"/>
          <p:nvPr/>
        </p:nvSpPr>
        <p:spPr>
          <a:xfrm>
            <a:off x="820300" y="247225"/>
            <a:ext cx="7286700" cy="10467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None/>
            </a:pPr>
            <a:r>
              <a:rPr b="1" lang="es" sz="2600">
                <a:solidFill>
                  <a:schemeClr val="lt1"/>
                </a:solidFill>
                <a:latin typeface="Poppins"/>
                <a:ea typeface="Poppins"/>
                <a:cs typeface="Poppins"/>
                <a:sym typeface="Poppins"/>
              </a:rPr>
              <a:t>Información de la web</a:t>
            </a:r>
            <a:endParaRPr b="1" sz="2600">
              <a:solidFill>
                <a:schemeClr val="lt1"/>
              </a:solidFill>
              <a:latin typeface="Poppins"/>
              <a:ea typeface="Poppins"/>
              <a:cs typeface="Poppins"/>
              <a:sym typeface="Poppins"/>
            </a:endParaRPr>
          </a:p>
          <a:p>
            <a:pPr indent="0" lvl="0" marL="0" marR="0" rtl="0" algn="ctr">
              <a:lnSpc>
                <a:spcPct val="100000"/>
              </a:lnSpc>
              <a:spcBef>
                <a:spcPts val="0"/>
              </a:spcBef>
              <a:spcAft>
                <a:spcPts val="0"/>
              </a:spcAft>
              <a:buNone/>
            </a:pPr>
            <a:r>
              <a:rPr lang="es" sz="1500">
                <a:solidFill>
                  <a:schemeClr val="lt1"/>
                </a:solidFill>
                <a:latin typeface="Poppins"/>
                <a:ea typeface="Poppins"/>
                <a:cs typeface="Poppins"/>
                <a:sym typeface="Poppins"/>
              </a:rPr>
              <a:t>Tasa de muertes en siniestros de tránsito por país, por cada 100k habitantes, mapa mundial (OMS 2012).</a:t>
            </a:r>
            <a:endParaRPr sz="1500">
              <a:solidFill>
                <a:schemeClr val="lt1"/>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52"/>
          <p:cNvSpPr txBox="1"/>
          <p:nvPr/>
        </p:nvSpPr>
        <p:spPr>
          <a:xfrm>
            <a:off x="820450" y="832225"/>
            <a:ext cx="7286700" cy="1457100"/>
          </a:xfrm>
          <a:prstGeom prst="rect">
            <a:avLst/>
          </a:prstGeom>
          <a:noFill/>
          <a:ln>
            <a:noFill/>
          </a:ln>
        </p:spPr>
        <p:txBody>
          <a:bodyPr anchorCtr="0" anchor="ctr" bIns="91425" lIns="91425" spcFirstLastPara="1" rIns="91425" wrap="square" tIns="91425">
            <a:spAutoFit/>
          </a:bodyPr>
          <a:lstStyle/>
          <a:p>
            <a:pPr indent="-355600" lvl="0" marL="457200" marR="0" rtl="0" algn="ctr">
              <a:lnSpc>
                <a:spcPct val="115000"/>
              </a:lnSpc>
              <a:spcBef>
                <a:spcPts val="1000"/>
              </a:spcBef>
              <a:spcAft>
                <a:spcPts val="0"/>
              </a:spcAft>
              <a:buClr>
                <a:schemeClr val="lt1"/>
              </a:buClr>
              <a:buSzPts val="2000"/>
              <a:buFont typeface="Poppins"/>
              <a:buChar char="●"/>
            </a:pPr>
            <a:r>
              <a:rPr lang="es" sz="2000">
                <a:solidFill>
                  <a:schemeClr val="lt1"/>
                </a:solidFill>
                <a:latin typeface="Poppins"/>
                <a:ea typeface="Poppins"/>
                <a:cs typeface="Poppins"/>
                <a:sym typeface="Poppins"/>
              </a:rPr>
              <a:t>La tasa promedio era de 17,4</a:t>
            </a:r>
            <a:endParaRPr sz="2000">
              <a:solidFill>
                <a:schemeClr val="lt1"/>
              </a:solidFill>
              <a:latin typeface="Poppins"/>
              <a:ea typeface="Poppins"/>
              <a:cs typeface="Poppins"/>
              <a:sym typeface="Poppins"/>
            </a:endParaRPr>
          </a:p>
          <a:p>
            <a:pPr indent="-355600" lvl="0" marL="457200" marR="0" rtl="0" algn="ctr">
              <a:lnSpc>
                <a:spcPct val="115000"/>
              </a:lnSpc>
              <a:spcBef>
                <a:spcPts val="1000"/>
              </a:spcBef>
              <a:spcAft>
                <a:spcPts val="0"/>
              </a:spcAft>
              <a:buClr>
                <a:schemeClr val="lt1"/>
              </a:buClr>
              <a:buSzPts val="2000"/>
              <a:buFont typeface="Poppins"/>
              <a:buChar char="●"/>
            </a:pPr>
            <a:r>
              <a:rPr lang="es" sz="2000">
                <a:solidFill>
                  <a:schemeClr val="lt1"/>
                </a:solidFill>
                <a:latin typeface="Poppins"/>
                <a:ea typeface="Poppins"/>
                <a:cs typeface="Poppins"/>
                <a:sym typeface="Poppins"/>
              </a:rPr>
              <a:t>En Europa la tasa es de 9,3 y está bajando</a:t>
            </a:r>
            <a:endParaRPr sz="2000">
              <a:solidFill>
                <a:schemeClr val="lt1"/>
              </a:solidFill>
              <a:latin typeface="Poppins"/>
              <a:ea typeface="Poppins"/>
              <a:cs typeface="Poppins"/>
              <a:sym typeface="Poppins"/>
            </a:endParaRPr>
          </a:p>
          <a:p>
            <a:pPr indent="-355600" lvl="0" marL="457200" marR="0" rtl="0" algn="ctr">
              <a:lnSpc>
                <a:spcPct val="115000"/>
              </a:lnSpc>
              <a:spcBef>
                <a:spcPts val="1000"/>
              </a:spcBef>
              <a:spcAft>
                <a:spcPts val="0"/>
              </a:spcAft>
              <a:buClr>
                <a:schemeClr val="lt1"/>
              </a:buClr>
              <a:buSzPts val="2000"/>
              <a:buFont typeface="Poppins"/>
              <a:buChar char="●"/>
            </a:pPr>
            <a:r>
              <a:rPr lang="es" sz="2000">
                <a:solidFill>
                  <a:schemeClr val="lt1"/>
                </a:solidFill>
                <a:latin typeface="Poppins"/>
                <a:ea typeface="Poppins"/>
                <a:cs typeface="Poppins"/>
                <a:sym typeface="Poppins"/>
              </a:rPr>
              <a:t>En </a:t>
            </a:r>
            <a:r>
              <a:rPr lang="es" sz="2000">
                <a:solidFill>
                  <a:schemeClr val="lt1"/>
                </a:solidFill>
                <a:latin typeface="Poppins"/>
                <a:ea typeface="Poppins"/>
                <a:cs typeface="Poppins"/>
                <a:sym typeface="Poppins"/>
              </a:rPr>
              <a:t>África</a:t>
            </a:r>
            <a:r>
              <a:rPr lang="es" sz="2000">
                <a:solidFill>
                  <a:schemeClr val="lt1"/>
                </a:solidFill>
                <a:latin typeface="Poppins"/>
                <a:ea typeface="Poppins"/>
                <a:cs typeface="Poppins"/>
                <a:sym typeface="Poppins"/>
              </a:rPr>
              <a:t> </a:t>
            </a:r>
            <a:r>
              <a:rPr lang="es" sz="2000">
                <a:solidFill>
                  <a:schemeClr val="lt1"/>
                </a:solidFill>
                <a:latin typeface="Poppins"/>
                <a:ea typeface="Poppins"/>
                <a:cs typeface="Poppins"/>
                <a:sym typeface="Poppins"/>
              </a:rPr>
              <a:t>la tasa es de </a:t>
            </a:r>
            <a:r>
              <a:rPr lang="es" sz="2000">
                <a:solidFill>
                  <a:schemeClr val="lt1"/>
                </a:solidFill>
                <a:latin typeface="Poppins"/>
                <a:ea typeface="Poppins"/>
                <a:cs typeface="Poppins"/>
                <a:sym typeface="Poppins"/>
              </a:rPr>
              <a:t>26,6 y está creciendo.</a:t>
            </a:r>
            <a:endParaRPr sz="2000">
              <a:solidFill>
                <a:schemeClr val="lt1"/>
              </a:solidFill>
              <a:latin typeface="Poppins"/>
              <a:ea typeface="Poppins"/>
              <a:cs typeface="Poppins"/>
              <a:sym typeface="Poppins"/>
            </a:endParaRPr>
          </a:p>
        </p:txBody>
      </p:sp>
      <p:sp>
        <p:nvSpPr>
          <p:cNvPr id="259" name="Google Shape;259;p52"/>
          <p:cNvSpPr txBox="1"/>
          <p:nvPr/>
        </p:nvSpPr>
        <p:spPr>
          <a:xfrm>
            <a:off x="820300" y="247225"/>
            <a:ext cx="7286700" cy="5850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None/>
            </a:pPr>
            <a:r>
              <a:rPr b="1" lang="es" sz="2600">
                <a:solidFill>
                  <a:schemeClr val="lt1"/>
                </a:solidFill>
                <a:latin typeface="Poppins"/>
                <a:ea typeface="Poppins"/>
                <a:cs typeface="Poppins"/>
                <a:sym typeface="Poppins"/>
              </a:rPr>
              <a:t>Según</a:t>
            </a:r>
            <a:r>
              <a:rPr b="1" lang="es" sz="2600">
                <a:solidFill>
                  <a:schemeClr val="lt1"/>
                </a:solidFill>
                <a:latin typeface="Poppins"/>
                <a:ea typeface="Poppins"/>
                <a:cs typeface="Poppins"/>
                <a:sym typeface="Poppins"/>
              </a:rPr>
              <a:t> el </a:t>
            </a:r>
            <a:r>
              <a:rPr b="1" lang="es" sz="2600">
                <a:solidFill>
                  <a:schemeClr val="lt1"/>
                </a:solidFill>
                <a:latin typeface="Poppins"/>
                <a:ea typeface="Poppins"/>
                <a:cs typeface="Poppins"/>
                <a:sym typeface="Poppins"/>
              </a:rPr>
              <a:t>gráfico</a:t>
            </a:r>
            <a:r>
              <a:rPr b="1" lang="es" sz="2600">
                <a:solidFill>
                  <a:schemeClr val="lt1"/>
                </a:solidFill>
                <a:latin typeface="Poppins"/>
                <a:ea typeface="Poppins"/>
                <a:cs typeface="Poppins"/>
                <a:sym typeface="Poppins"/>
              </a:rPr>
              <a:t> anterior.</a:t>
            </a:r>
            <a:endParaRPr sz="1500">
              <a:solidFill>
                <a:schemeClr val="lt1"/>
              </a:solidFill>
              <a:latin typeface="Poppins"/>
              <a:ea typeface="Poppins"/>
              <a:cs typeface="Poppins"/>
              <a:sym typeface="Poppins"/>
            </a:endParaRPr>
          </a:p>
        </p:txBody>
      </p:sp>
      <p:sp>
        <p:nvSpPr>
          <p:cNvPr id="260" name="Google Shape;260;p52"/>
          <p:cNvSpPr txBox="1"/>
          <p:nvPr/>
        </p:nvSpPr>
        <p:spPr>
          <a:xfrm>
            <a:off x="820525" y="2914050"/>
            <a:ext cx="7448700" cy="1811100"/>
          </a:xfrm>
          <a:prstGeom prst="rect">
            <a:avLst/>
          </a:prstGeom>
          <a:noFill/>
          <a:ln>
            <a:noFill/>
          </a:ln>
        </p:spPr>
        <p:txBody>
          <a:bodyPr anchorCtr="0" anchor="ctr" bIns="91425" lIns="91425" spcFirstLastPara="1" rIns="91425" wrap="square" tIns="91425">
            <a:spAutoFit/>
          </a:bodyPr>
          <a:lstStyle/>
          <a:p>
            <a:pPr indent="-355600" lvl="0" marL="457200" marR="0" rtl="0" algn="ctr">
              <a:lnSpc>
                <a:spcPct val="115000"/>
              </a:lnSpc>
              <a:spcBef>
                <a:spcPts val="1000"/>
              </a:spcBef>
              <a:spcAft>
                <a:spcPts val="0"/>
              </a:spcAft>
              <a:buClr>
                <a:schemeClr val="lt1"/>
              </a:buClr>
              <a:buSzPts val="2000"/>
              <a:buFont typeface="Poppins"/>
              <a:buChar char="●"/>
            </a:pPr>
            <a:r>
              <a:rPr lang="es" sz="2000">
                <a:solidFill>
                  <a:schemeClr val="lt1"/>
                </a:solidFill>
                <a:latin typeface="Poppins"/>
                <a:ea typeface="Poppins"/>
                <a:cs typeface="Poppins"/>
                <a:sym typeface="Poppins"/>
              </a:rPr>
              <a:t>Las </a:t>
            </a:r>
            <a:r>
              <a:rPr lang="es" sz="2000">
                <a:solidFill>
                  <a:schemeClr val="lt1"/>
                </a:solidFill>
                <a:latin typeface="Poppins"/>
                <a:ea typeface="Poppins"/>
                <a:cs typeface="Poppins"/>
                <a:sym typeface="Poppins"/>
              </a:rPr>
              <a:t>víctimas</a:t>
            </a:r>
            <a:r>
              <a:rPr lang="es" sz="2000">
                <a:solidFill>
                  <a:schemeClr val="lt1"/>
                </a:solidFill>
                <a:latin typeface="Poppins"/>
                <a:ea typeface="Poppins"/>
                <a:cs typeface="Poppins"/>
                <a:sym typeface="Poppins"/>
              </a:rPr>
              <a:t> de accidentes que son ocupantes de vehículos, componen un </a:t>
            </a:r>
            <a:r>
              <a:rPr lang="es" sz="2000">
                <a:solidFill>
                  <a:schemeClr val="lt1"/>
                </a:solidFill>
                <a:latin typeface="Poppins"/>
                <a:ea typeface="Poppins"/>
                <a:cs typeface="Poppins"/>
                <a:sym typeface="Poppins"/>
              </a:rPr>
              <a:t>31%</a:t>
            </a:r>
            <a:endParaRPr sz="2000">
              <a:solidFill>
                <a:schemeClr val="lt1"/>
              </a:solidFill>
              <a:latin typeface="Poppins"/>
              <a:ea typeface="Poppins"/>
              <a:cs typeface="Poppins"/>
              <a:sym typeface="Poppins"/>
            </a:endParaRPr>
          </a:p>
          <a:p>
            <a:pPr indent="-355600" lvl="0" marL="457200" marR="0" rtl="0" algn="ctr">
              <a:lnSpc>
                <a:spcPct val="115000"/>
              </a:lnSpc>
              <a:spcBef>
                <a:spcPts val="1000"/>
              </a:spcBef>
              <a:spcAft>
                <a:spcPts val="0"/>
              </a:spcAft>
              <a:buClr>
                <a:schemeClr val="lt1"/>
              </a:buClr>
              <a:buSzPts val="2000"/>
              <a:buFont typeface="Poppins"/>
              <a:buChar char="●"/>
            </a:pPr>
            <a:r>
              <a:rPr lang="es" sz="2000">
                <a:solidFill>
                  <a:schemeClr val="lt1"/>
                </a:solidFill>
                <a:latin typeface="Poppins"/>
                <a:ea typeface="Poppins"/>
                <a:cs typeface="Poppins"/>
                <a:sym typeface="Poppins"/>
              </a:rPr>
              <a:t>El 59% de las muertes son adultos entre 15 y 44 años.</a:t>
            </a:r>
            <a:endParaRPr sz="2000">
              <a:solidFill>
                <a:schemeClr val="lt1"/>
              </a:solidFill>
              <a:latin typeface="Poppins"/>
              <a:ea typeface="Poppins"/>
              <a:cs typeface="Poppins"/>
              <a:sym typeface="Poppins"/>
            </a:endParaRPr>
          </a:p>
          <a:p>
            <a:pPr indent="-355600" lvl="0" marL="457200" marR="0" rtl="0" algn="ctr">
              <a:lnSpc>
                <a:spcPct val="115000"/>
              </a:lnSpc>
              <a:spcBef>
                <a:spcPts val="1000"/>
              </a:spcBef>
              <a:spcAft>
                <a:spcPts val="0"/>
              </a:spcAft>
              <a:buClr>
                <a:schemeClr val="lt1"/>
              </a:buClr>
              <a:buSzPts val="2000"/>
              <a:buFont typeface="Poppins"/>
              <a:buChar char="●"/>
            </a:pPr>
            <a:r>
              <a:rPr lang="es" sz="2000">
                <a:solidFill>
                  <a:schemeClr val="lt1"/>
                </a:solidFill>
                <a:latin typeface="Poppins"/>
                <a:ea typeface="Poppins"/>
                <a:cs typeface="Poppins"/>
                <a:sym typeface="Poppins"/>
              </a:rPr>
              <a:t>El 77% de los fallecidos son hombres.</a:t>
            </a:r>
            <a:endParaRPr sz="2000">
              <a:solidFill>
                <a:schemeClr val="lt1"/>
              </a:solidFill>
              <a:latin typeface="Poppins"/>
              <a:ea typeface="Poppins"/>
              <a:cs typeface="Poppins"/>
              <a:sym typeface="Poppins"/>
            </a:endParaRPr>
          </a:p>
        </p:txBody>
      </p:sp>
      <p:sp>
        <p:nvSpPr>
          <p:cNvPr id="261" name="Google Shape;261;p52"/>
          <p:cNvSpPr txBox="1"/>
          <p:nvPr/>
        </p:nvSpPr>
        <p:spPr>
          <a:xfrm>
            <a:off x="820375" y="2329050"/>
            <a:ext cx="7286700" cy="5850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None/>
            </a:pPr>
            <a:r>
              <a:rPr b="1" lang="es" sz="2600">
                <a:solidFill>
                  <a:schemeClr val="lt1"/>
                </a:solidFill>
                <a:latin typeface="Poppins"/>
                <a:ea typeface="Poppins"/>
                <a:cs typeface="Poppins"/>
                <a:sym typeface="Poppins"/>
              </a:rPr>
              <a:t>Datos adicionales:</a:t>
            </a:r>
            <a:endParaRPr sz="1500">
              <a:solidFill>
                <a:schemeClr val="lt1"/>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5" name="Shape 265"/>
        <p:cNvGrpSpPr/>
        <p:nvPr/>
      </p:nvGrpSpPr>
      <p:grpSpPr>
        <a:xfrm>
          <a:off x="0" y="0"/>
          <a:ext cx="0" cy="0"/>
          <a:chOff x="0" y="0"/>
          <a:chExt cx="0" cy="0"/>
        </a:xfrm>
      </p:grpSpPr>
      <p:sp>
        <p:nvSpPr>
          <p:cNvPr id="266" name="Google Shape;266;p53"/>
          <p:cNvSpPr txBox="1"/>
          <p:nvPr/>
        </p:nvSpPr>
        <p:spPr>
          <a:xfrm>
            <a:off x="880625" y="323425"/>
            <a:ext cx="7165800" cy="5850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None/>
            </a:pPr>
            <a:r>
              <a:rPr b="1" lang="es" sz="2600">
                <a:solidFill>
                  <a:schemeClr val="lt1"/>
                </a:solidFill>
                <a:latin typeface="Poppins"/>
                <a:ea typeface="Poppins"/>
                <a:cs typeface="Poppins"/>
                <a:sym typeface="Poppins"/>
              </a:rPr>
              <a:t>Información web</a:t>
            </a:r>
            <a:endParaRPr b="1" sz="2600">
              <a:solidFill>
                <a:schemeClr val="lt1"/>
              </a:solidFill>
              <a:latin typeface="Poppins"/>
              <a:ea typeface="Poppins"/>
              <a:cs typeface="Poppins"/>
              <a:sym typeface="Poppins"/>
            </a:endParaRPr>
          </a:p>
        </p:txBody>
      </p:sp>
      <p:pic>
        <p:nvPicPr>
          <p:cNvPr id="267" name="Google Shape;267;p53"/>
          <p:cNvPicPr preferRelativeResize="0"/>
          <p:nvPr/>
        </p:nvPicPr>
        <p:blipFill>
          <a:blip r:embed="rId3">
            <a:alphaModFix/>
          </a:blip>
          <a:stretch>
            <a:fillRect/>
          </a:stretch>
        </p:blipFill>
        <p:spPr>
          <a:xfrm>
            <a:off x="152400" y="1060825"/>
            <a:ext cx="2364200" cy="3930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54"/>
          <p:cNvPicPr preferRelativeResize="0"/>
          <p:nvPr/>
        </p:nvPicPr>
        <p:blipFill>
          <a:blip r:embed="rId3">
            <a:alphaModFix/>
          </a:blip>
          <a:stretch>
            <a:fillRect/>
          </a:stretch>
        </p:blipFill>
        <p:spPr>
          <a:xfrm>
            <a:off x="2275975" y="3175325"/>
            <a:ext cx="4587050" cy="657225"/>
          </a:xfrm>
          <a:prstGeom prst="rect">
            <a:avLst/>
          </a:prstGeom>
          <a:noFill/>
          <a:ln>
            <a:noFill/>
          </a:ln>
        </p:spPr>
      </p:pic>
      <p:pic>
        <p:nvPicPr>
          <p:cNvPr id="273" name="Google Shape;273;p54"/>
          <p:cNvPicPr preferRelativeResize="0"/>
          <p:nvPr/>
        </p:nvPicPr>
        <p:blipFill rotWithShape="1">
          <a:blip r:embed="rId4">
            <a:alphaModFix/>
          </a:blip>
          <a:srcRect b="3899" l="1389" r="1447" t="2133"/>
          <a:stretch/>
        </p:blipFill>
        <p:spPr>
          <a:xfrm>
            <a:off x="704350" y="1037625"/>
            <a:ext cx="7730725" cy="3483975"/>
          </a:xfrm>
          <a:prstGeom prst="rect">
            <a:avLst/>
          </a:prstGeom>
          <a:noFill/>
          <a:ln>
            <a:noFill/>
          </a:ln>
        </p:spPr>
      </p:pic>
      <p:sp>
        <p:nvSpPr>
          <p:cNvPr id="274" name="Google Shape;274;p54"/>
          <p:cNvSpPr txBox="1"/>
          <p:nvPr/>
        </p:nvSpPr>
        <p:spPr>
          <a:xfrm>
            <a:off x="880625" y="323425"/>
            <a:ext cx="7165800" cy="5850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None/>
            </a:pPr>
            <a:r>
              <a:rPr b="1" lang="es" sz="2600">
                <a:solidFill>
                  <a:schemeClr val="lt1"/>
                </a:solidFill>
                <a:latin typeface="Poppins"/>
                <a:ea typeface="Poppins"/>
                <a:cs typeface="Poppins"/>
                <a:sym typeface="Poppins"/>
              </a:rPr>
              <a:t>Información de la web</a:t>
            </a:r>
            <a:endParaRPr b="1" sz="2600">
              <a:solidFill>
                <a:schemeClr val="lt1"/>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graphicFrame>
        <p:nvGraphicFramePr>
          <p:cNvPr id="279" name="Google Shape;279;p55"/>
          <p:cNvGraphicFramePr/>
          <p:nvPr/>
        </p:nvGraphicFramePr>
        <p:xfrm>
          <a:off x="952500" y="1428750"/>
          <a:ext cx="3000000" cy="3000000"/>
        </p:xfrm>
        <a:graphic>
          <a:graphicData uri="http://schemas.openxmlformats.org/drawingml/2006/table">
            <a:tbl>
              <a:tblPr>
                <a:noFill/>
                <a:tableStyleId>{43333EAD-6BC5-4EA4-9EBE-95362579966B}</a:tableStyleId>
              </a:tblPr>
              <a:tblGrid>
                <a:gridCol w="1809750"/>
                <a:gridCol w="1809750"/>
                <a:gridCol w="1809750"/>
                <a:gridCol w="1809750"/>
              </a:tblGrid>
              <a:tr h="381000">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País</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Muertes</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Población (millones)</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Muertes/100k hab</a:t>
                      </a:r>
                      <a:endParaRPr sz="15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Canadá</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3963</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27.7</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14.30</a:t>
                      </a:r>
                      <a:endParaRPr sz="15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Holanda</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1376</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15.0</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9.17</a:t>
                      </a:r>
                      <a:endParaRPr sz="15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Suecia</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772</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8.5</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9.08</a:t>
                      </a:r>
                      <a:endParaRPr sz="15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España</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9032</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39.5</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22.87</a:t>
                      </a:r>
                      <a:endParaRPr sz="15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Argentina</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7075</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32.6</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21.70</a:t>
                      </a:r>
                      <a:endParaRPr sz="1500">
                        <a:solidFill>
                          <a:schemeClr val="lt1"/>
                        </a:solidFill>
                        <a:latin typeface="Poppins Medium"/>
                        <a:ea typeface="Poppins Medium"/>
                        <a:cs typeface="Poppins Medium"/>
                        <a:sym typeface="Poppins Medium"/>
                      </a:endParaRPr>
                    </a:p>
                  </a:txBody>
                  <a:tcPr marT="91425" marB="91425" marR="91425" marL="91425"/>
                </a:tc>
              </a:tr>
            </a:tbl>
          </a:graphicData>
        </a:graphic>
      </p:graphicFrame>
      <p:sp>
        <p:nvSpPr>
          <p:cNvPr id="280" name="Google Shape;280;p55"/>
          <p:cNvSpPr txBox="1"/>
          <p:nvPr/>
        </p:nvSpPr>
        <p:spPr>
          <a:xfrm>
            <a:off x="880625" y="323425"/>
            <a:ext cx="7165800" cy="5850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None/>
            </a:pPr>
            <a:r>
              <a:rPr b="1" lang="es" sz="2600">
                <a:solidFill>
                  <a:schemeClr val="lt1"/>
                </a:solidFill>
                <a:latin typeface="Poppins"/>
                <a:ea typeface="Poppins"/>
                <a:cs typeface="Poppins"/>
                <a:sym typeface="Poppins"/>
              </a:rPr>
              <a:t>Información Normalizada (1990)</a:t>
            </a:r>
            <a:endParaRPr b="1" sz="2600">
              <a:solidFill>
                <a:schemeClr val="lt1"/>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graphicFrame>
        <p:nvGraphicFramePr>
          <p:cNvPr id="285" name="Google Shape;285;p56"/>
          <p:cNvGraphicFramePr/>
          <p:nvPr/>
        </p:nvGraphicFramePr>
        <p:xfrm>
          <a:off x="952500" y="1428750"/>
          <a:ext cx="3000000" cy="3000000"/>
        </p:xfrm>
        <a:graphic>
          <a:graphicData uri="http://schemas.openxmlformats.org/drawingml/2006/table">
            <a:tbl>
              <a:tblPr>
                <a:noFill/>
                <a:tableStyleId>{43333EAD-6BC5-4EA4-9EBE-95362579966B}</a:tableStyleId>
              </a:tblPr>
              <a:tblGrid>
                <a:gridCol w="1809750"/>
                <a:gridCol w="1809750"/>
                <a:gridCol w="1809750"/>
                <a:gridCol w="1809750"/>
              </a:tblGrid>
              <a:tr h="381000">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País</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Muertes</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Población (millones)</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Muertes/100k hab</a:t>
                      </a:r>
                      <a:endParaRPr sz="15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Canadá</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1841</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37.0</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4.97</a:t>
                      </a:r>
                      <a:endParaRPr sz="15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Holanda</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598</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17.2</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3.48</a:t>
                      </a:r>
                      <a:endParaRPr sz="15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Suecia</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324</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10.0</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3.24</a:t>
                      </a:r>
                      <a:endParaRPr sz="15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España</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1806</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47.0</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3.84</a:t>
                      </a:r>
                      <a:endParaRPr sz="15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Argentina</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7274</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44.3</a:t>
                      </a:r>
                      <a:endParaRPr sz="15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marR="0" rtl="0" algn="ctr">
                        <a:lnSpc>
                          <a:spcPct val="115000"/>
                        </a:lnSpc>
                        <a:spcBef>
                          <a:spcPts val="0"/>
                        </a:spcBef>
                        <a:spcAft>
                          <a:spcPts val="0"/>
                        </a:spcAft>
                        <a:buNone/>
                      </a:pPr>
                      <a:r>
                        <a:rPr lang="es" sz="1500">
                          <a:solidFill>
                            <a:schemeClr val="lt1"/>
                          </a:solidFill>
                          <a:latin typeface="Poppins Medium"/>
                          <a:ea typeface="Poppins Medium"/>
                          <a:cs typeface="Poppins Medium"/>
                          <a:sym typeface="Poppins Medium"/>
                        </a:rPr>
                        <a:t>16.42</a:t>
                      </a:r>
                      <a:endParaRPr sz="1500">
                        <a:solidFill>
                          <a:schemeClr val="lt1"/>
                        </a:solidFill>
                        <a:latin typeface="Poppins Medium"/>
                        <a:ea typeface="Poppins Medium"/>
                        <a:cs typeface="Poppins Medium"/>
                        <a:sym typeface="Poppins Medium"/>
                      </a:endParaRPr>
                    </a:p>
                  </a:txBody>
                  <a:tcPr marT="91425" marB="91425" marR="91425" marL="91425"/>
                </a:tc>
              </a:tr>
            </a:tbl>
          </a:graphicData>
        </a:graphic>
      </p:graphicFrame>
      <p:sp>
        <p:nvSpPr>
          <p:cNvPr id="286" name="Google Shape;286;p56"/>
          <p:cNvSpPr txBox="1"/>
          <p:nvPr/>
        </p:nvSpPr>
        <p:spPr>
          <a:xfrm>
            <a:off x="880625" y="323425"/>
            <a:ext cx="7165800" cy="5850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None/>
            </a:pPr>
            <a:r>
              <a:rPr b="1" lang="es" sz="2600">
                <a:solidFill>
                  <a:schemeClr val="lt1"/>
                </a:solidFill>
                <a:latin typeface="Poppins"/>
                <a:ea typeface="Poppins"/>
                <a:cs typeface="Poppins"/>
                <a:sym typeface="Poppins"/>
              </a:rPr>
              <a:t>Información Normalizada (2018)</a:t>
            </a:r>
            <a:endParaRPr b="1" sz="2600">
              <a:solidFill>
                <a:schemeClr val="lt1"/>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57"/>
          <p:cNvSpPr txBox="1"/>
          <p:nvPr/>
        </p:nvSpPr>
        <p:spPr>
          <a:xfrm>
            <a:off x="989100" y="372275"/>
            <a:ext cx="7165800" cy="5850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None/>
            </a:pPr>
            <a:r>
              <a:rPr b="1" lang="es" sz="2600">
                <a:solidFill>
                  <a:schemeClr val="lt1"/>
                </a:solidFill>
                <a:latin typeface="Poppins"/>
                <a:ea typeface="Poppins"/>
                <a:cs typeface="Poppins"/>
                <a:sym typeface="Poppins"/>
              </a:rPr>
              <a:t>Información de la web</a:t>
            </a:r>
            <a:endParaRPr b="1" sz="2600">
              <a:solidFill>
                <a:schemeClr val="lt1"/>
              </a:solidFill>
              <a:latin typeface="Poppins"/>
              <a:ea typeface="Poppins"/>
              <a:cs typeface="Poppins"/>
              <a:sym typeface="Poppins"/>
            </a:endParaRPr>
          </a:p>
        </p:txBody>
      </p:sp>
      <p:graphicFrame>
        <p:nvGraphicFramePr>
          <p:cNvPr id="292" name="Google Shape;292;p57"/>
          <p:cNvGraphicFramePr/>
          <p:nvPr/>
        </p:nvGraphicFramePr>
        <p:xfrm>
          <a:off x="4646800" y="908425"/>
          <a:ext cx="3000000" cy="3000000"/>
        </p:xfrm>
        <a:graphic>
          <a:graphicData uri="http://schemas.openxmlformats.org/drawingml/2006/table">
            <a:tbl>
              <a:tblPr>
                <a:noFill/>
                <a:tableStyleId>{43333EAD-6BC5-4EA4-9EBE-95362579966B}</a:tableStyleId>
              </a:tblPr>
              <a:tblGrid>
                <a:gridCol w="819800"/>
                <a:gridCol w="1149475"/>
                <a:gridCol w="1283825"/>
                <a:gridCol w="1247200"/>
              </a:tblGrid>
              <a:tr h="381000">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Puesto</a:t>
                      </a:r>
                      <a:endParaRPr sz="1200">
                        <a:solidFill>
                          <a:schemeClr val="lt1"/>
                        </a:solidFill>
                        <a:latin typeface="Poppins Medium"/>
                        <a:ea typeface="Poppins Medium"/>
                        <a:cs typeface="Poppins Medium"/>
                        <a:sym typeface="Poppins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País</a:t>
                      </a:r>
                      <a:endParaRPr sz="1200">
                        <a:solidFill>
                          <a:schemeClr val="lt1"/>
                        </a:solidFill>
                        <a:latin typeface="Poppins Medium"/>
                        <a:ea typeface="Poppins Medium"/>
                        <a:cs typeface="Poppins Medium"/>
                        <a:sym typeface="Poppins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Muertes / 1 M vehículos</a:t>
                      </a:r>
                      <a:endParaRPr sz="1200">
                        <a:solidFill>
                          <a:schemeClr val="lt1"/>
                        </a:solidFill>
                        <a:latin typeface="Poppins Medium"/>
                        <a:ea typeface="Poppins Medium"/>
                        <a:cs typeface="Poppins Medium"/>
                        <a:sym typeface="Poppins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Muertes / 1 M habitantes</a:t>
                      </a:r>
                      <a:endParaRPr sz="1200">
                        <a:solidFill>
                          <a:schemeClr val="lt1"/>
                        </a:solidFill>
                        <a:latin typeface="Poppins Medium"/>
                        <a:ea typeface="Poppins Medium"/>
                        <a:cs typeface="Poppins Medium"/>
                        <a:sym typeface="Poppins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8</a:t>
                      </a:r>
                      <a:endParaRPr sz="1200">
                        <a:solidFill>
                          <a:schemeClr val="lt1"/>
                        </a:solidFill>
                        <a:latin typeface="Poppins Medium"/>
                        <a:ea typeface="Poppins Medium"/>
                        <a:cs typeface="Poppins Medium"/>
                        <a:sym typeface="Poppins Medium"/>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s" sz="1200">
                          <a:solidFill>
                            <a:schemeClr val="lt1"/>
                          </a:solidFill>
                          <a:latin typeface="Poppins Medium"/>
                          <a:ea typeface="Poppins Medium"/>
                          <a:cs typeface="Poppins Medium"/>
                          <a:sym typeface="Poppins Medium"/>
                        </a:rPr>
                        <a:t>China</a:t>
                      </a:r>
                      <a:endParaRPr sz="1200">
                        <a:solidFill>
                          <a:schemeClr val="lt1"/>
                        </a:solidFill>
                        <a:latin typeface="Poppins Medium"/>
                        <a:ea typeface="Poppins Medium"/>
                        <a:cs typeface="Poppins Medium"/>
                        <a:sym typeface="Poppins Medium"/>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1 136</a:t>
                      </a:r>
                      <a:endParaRPr sz="1200">
                        <a:solidFill>
                          <a:schemeClr val="lt1"/>
                        </a:solidFill>
                        <a:latin typeface="Poppins Medium"/>
                        <a:ea typeface="Poppins Medium"/>
                        <a:cs typeface="Poppins Medium"/>
                        <a:sym typeface="Poppins Medium"/>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189</a:t>
                      </a:r>
                      <a:endParaRPr sz="1200">
                        <a:solidFill>
                          <a:schemeClr val="lt1"/>
                        </a:solidFill>
                        <a:latin typeface="Poppins Medium"/>
                        <a:ea typeface="Poppins Medium"/>
                        <a:cs typeface="Poppins Medium"/>
                        <a:sym typeface="Poppins Medium"/>
                      </a:endParaRPr>
                    </a:p>
                  </a:txBody>
                  <a:tcPr marT="91425" marB="91425" marR="91425" marL="91425">
                    <a:lnT cap="flat" cmpd="sng" w="9525">
                      <a:solidFill>
                        <a:srgbClr val="9E9E9E"/>
                      </a:solidFill>
                      <a:prstDash val="solid"/>
                      <a:round/>
                      <a:headEnd len="sm" w="sm" type="none"/>
                      <a:tailEnd len="sm" w="sm" type="none"/>
                    </a:lnT>
                  </a:tcPr>
                </a:tc>
              </a:tr>
              <a:tr h="381000">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9</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l">
                        <a:spcBef>
                          <a:spcPts val="0"/>
                        </a:spcBef>
                        <a:spcAft>
                          <a:spcPts val="0"/>
                        </a:spcAft>
                        <a:buNone/>
                      </a:pPr>
                      <a:r>
                        <a:rPr lang="es" sz="1200">
                          <a:solidFill>
                            <a:schemeClr val="lt1"/>
                          </a:solidFill>
                          <a:latin typeface="Poppins Medium"/>
                          <a:ea typeface="Poppins Medium"/>
                          <a:cs typeface="Poppins Medium"/>
                          <a:sym typeface="Poppins Medium"/>
                        </a:rPr>
                        <a:t>Brasil</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787</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148</a:t>
                      </a:r>
                      <a:endParaRPr sz="12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10</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l">
                        <a:spcBef>
                          <a:spcPts val="0"/>
                        </a:spcBef>
                        <a:spcAft>
                          <a:spcPts val="0"/>
                        </a:spcAft>
                        <a:buNone/>
                      </a:pPr>
                      <a:r>
                        <a:rPr lang="es" sz="1200">
                          <a:solidFill>
                            <a:schemeClr val="lt1"/>
                          </a:solidFill>
                          <a:latin typeface="Poppins Medium"/>
                          <a:ea typeface="Poppins Medium"/>
                          <a:cs typeface="Poppins Medium"/>
                          <a:sym typeface="Poppins Medium"/>
                        </a:rPr>
                        <a:t>Argelia</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575</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82</a:t>
                      </a:r>
                      <a:endParaRPr sz="12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11</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l">
                        <a:spcBef>
                          <a:spcPts val="0"/>
                        </a:spcBef>
                        <a:spcAft>
                          <a:spcPts val="0"/>
                        </a:spcAft>
                        <a:buNone/>
                      </a:pPr>
                      <a:r>
                        <a:rPr lang="es" sz="1200">
                          <a:solidFill>
                            <a:schemeClr val="lt1"/>
                          </a:solidFill>
                          <a:latin typeface="Poppins Medium"/>
                          <a:ea typeface="Poppins Medium"/>
                          <a:cs typeface="Poppins Medium"/>
                          <a:sym typeface="Poppins Medium"/>
                        </a:rPr>
                        <a:t>Uruguay</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539</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151</a:t>
                      </a:r>
                      <a:endParaRPr sz="12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12</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l">
                        <a:spcBef>
                          <a:spcPts val="0"/>
                        </a:spcBef>
                        <a:spcAft>
                          <a:spcPts val="0"/>
                        </a:spcAft>
                        <a:buNone/>
                      </a:pPr>
                      <a:r>
                        <a:rPr lang="es" sz="1200">
                          <a:solidFill>
                            <a:schemeClr val="lt1"/>
                          </a:solidFill>
                          <a:latin typeface="Poppins Medium"/>
                          <a:ea typeface="Poppins Medium"/>
                          <a:cs typeface="Poppins Medium"/>
                          <a:sym typeface="Poppins Medium"/>
                        </a:rPr>
                        <a:t>Malasia</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536</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235</a:t>
                      </a:r>
                      <a:endParaRPr sz="12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13</a:t>
                      </a:r>
                      <a:endParaRPr sz="1200">
                        <a:solidFill>
                          <a:schemeClr val="lt1"/>
                        </a:solidFill>
                        <a:latin typeface="Poppins Medium"/>
                        <a:ea typeface="Poppins Medium"/>
                        <a:cs typeface="Poppins Medium"/>
                        <a:sym typeface="Poppins Medium"/>
                      </a:endParaRPr>
                    </a:p>
                  </a:txBody>
                  <a:tcPr marT="91425" marB="91425" marR="91425" marL="91425">
                    <a:solidFill>
                      <a:srgbClr val="0B5394"/>
                    </a:solidFill>
                  </a:tcPr>
                </a:tc>
                <a:tc>
                  <a:txBody>
                    <a:bodyPr/>
                    <a:lstStyle/>
                    <a:p>
                      <a:pPr indent="0" lvl="0" marL="0" rtl="0" algn="l">
                        <a:spcBef>
                          <a:spcPts val="0"/>
                        </a:spcBef>
                        <a:spcAft>
                          <a:spcPts val="0"/>
                        </a:spcAft>
                        <a:buNone/>
                      </a:pPr>
                      <a:r>
                        <a:rPr lang="es" sz="1200">
                          <a:solidFill>
                            <a:schemeClr val="lt1"/>
                          </a:solidFill>
                          <a:latin typeface="Poppins Medium"/>
                          <a:ea typeface="Poppins Medium"/>
                          <a:cs typeface="Poppins Medium"/>
                          <a:sym typeface="Poppins Medium"/>
                        </a:rPr>
                        <a:t>Argentina</a:t>
                      </a:r>
                      <a:endParaRPr sz="1200">
                        <a:solidFill>
                          <a:schemeClr val="lt1"/>
                        </a:solidFill>
                        <a:latin typeface="Poppins Medium"/>
                        <a:ea typeface="Poppins Medium"/>
                        <a:cs typeface="Poppins Medium"/>
                        <a:sym typeface="Poppins Medium"/>
                      </a:endParaRPr>
                    </a:p>
                  </a:txBody>
                  <a:tcPr marT="91425" marB="91425" marR="91425" marL="91425">
                    <a:solidFill>
                      <a:srgbClr val="0B5394"/>
                    </a:solidFill>
                  </a:tcPr>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463</a:t>
                      </a:r>
                      <a:endParaRPr sz="1200">
                        <a:solidFill>
                          <a:schemeClr val="lt1"/>
                        </a:solidFill>
                        <a:latin typeface="Poppins Medium"/>
                        <a:ea typeface="Poppins Medium"/>
                        <a:cs typeface="Poppins Medium"/>
                        <a:sym typeface="Poppins Medium"/>
                      </a:endParaRPr>
                    </a:p>
                  </a:txBody>
                  <a:tcPr marT="91425" marB="91425" marR="91425" marL="91425">
                    <a:solidFill>
                      <a:srgbClr val="0B5394"/>
                    </a:solidFill>
                  </a:tcPr>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149</a:t>
                      </a:r>
                      <a:endParaRPr sz="1200">
                        <a:solidFill>
                          <a:schemeClr val="lt1"/>
                        </a:solidFill>
                        <a:latin typeface="Poppins Medium"/>
                        <a:ea typeface="Poppins Medium"/>
                        <a:cs typeface="Poppins Medium"/>
                        <a:sym typeface="Poppins Medium"/>
                      </a:endParaRPr>
                    </a:p>
                  </a:txBody>
                  <a:tcPr marT="91425" marB="91425" marR="91425" marL="91425">
                    <a:solidFill>
                      <a:srgbClr val="0B5394"/>
                    </a:solidFill>
                  </a:tcPr>
                </a:tc>
              </a:tr>
              <a:tr h="381000">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14</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l">
                        <a:spcBef>
                          <a:spcPts val="0"/>
                        </a:spcBef>
                        <a:spcAft>
                          <a:spcPts val="0"/>
                        </a:spcAft>
                        <a:buNone/>
                      </a:pPr>
                      <a:r>
                        <a:rPr lang="es" sz="1200">
                          <a:solidFill>
                            <a:schemeClr val="lt1"/>
                          </a:solidFill>
                          <a:latin typeface="Poppins Medium"/>
                          <a:ea typeface="Poppins Medium"/>
                          <a:cs typeface="Poppins Medium"/>
                          <a:sym typeface="Poppins Medium"/>
                        </a:rPr>
                        <a:t>México</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459</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135</a:t>
                      </a:r>
                      <a:endParaRPr sz="12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15</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l">
                        <a:spcBef>
                          <a:spcPts val="0"/>
                        </a:spcBef>
                        <a:spcAft>
                          <a:spcPts val="0"/>
                        </a:spcAft>
                        <a:buNone/>
                      </a:pPr>
                      <a:r>
                        <a:rPr lang="es" sz="1200">
                          <a:solidFill>
                            <a:schemeClr val="lt1"/>
                          </a:solidFill>
                          <a:latin typeface="Poppins Medium"/>
                          <a:ea typeface="Poppins Medium"/>
                          <a:cs typeface="Poppins Medium"/>
                          <a:sym typeface="Poppins Medium"/>
                        </a:rPr>
                        <a:t>Turquía</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376</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81</a:t>
                      </a:r>
                      <a:endParaRPr sz="1200">
                        <a:solidFill>
                          <a:schemeClr val="lt1"/>
                        </a:solidFill>
                        <a:latin typeface="Poppins Medium"/>
                        <a:ea typeface="Poppins Medium"/>
                        <a:cs typeface="Poppins Medium"/>
                        <a:sym typeface="Poppins Medium"/>
                      </a:endParaRPr>
                    </a:p>
                  </a:txBody>
                  <a:tcPr marT="91425" marB="91425" marR="91425" marL="91425"/>
                </a:tc>
              </a:tr>
            </a:tbl>
          </a:graphicData>
        </a:graphic>
      </p:graphicFrame>
      <p:graphicFrame>
        <p:nvGraphicFramePr>
          <p:cNvPr id="293" name="Google Shape;293;p57"/>
          <p:cNvGraphicFramePr/>
          <p:nvPr/>
        </p:nvGraphicFramePr>
        <p:xfrm>
          <a:off x="-25" y="908425"/>
          <a:ext cx="3000000" cy="3000000"/>
        </p:xfrm>
        <a:graphic>
          <a:graphicData uri="http://schemas.openxmlformats.org/drawingml/2006/table">
            <a:tbl>
              <a:tblPr>
                <a:noFill/>
                <a:tableStyleId>{43333EAD-6BC5-4EA4-9EBE-95362579966B}</a:tableStyleId>
              </a:tblPr>
              <a:tblGrid>
                <a:gridCol w="720475"/>
                <a:gridCol w="1102275"/>
                <a:gridCol w="1308225"/>
                <a:gridCol w="1369325"/>
              </a:tblGrid>
              <a:tr h="381000">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Puesto</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País</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Muertes / 1 M vehículos</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Muertes / 1 M habitantes</a:t>
                      </a:r>
                      <a:endParaRPr sz="12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l">
                        <a:spcBef>
                          <a:spcPts val="0"/>
                        </a:spcBef>
                        <a:spcAft>
                          <a:spcPts val="0"/>
                        </a:spcAft>
                        <a:buNone/>
                      </a:pPr>
                      <a:r>
                        <a:rPr lang="es" sz="1200">
                          <a:solidFill>
                            <a:schemeClr val="lt1"/>
                          </a:solidFill>
                          <a:latin typeface="Poppins Medium"/>
                          <a:ea typeface="Poppins Medium"/>
                          <a:cs typeface="Poppins Medium"/>
                          <a:sym typeface="Poppins Medium"/>
                        </a:rPr>
                        <a:t>India</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7 192</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158</a:t>
                      </a:r>
                      <a:endParaRPr sz="12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2</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l">
                        <a:spcBef>
                          <a:spcPts val="0"/>
                        </a:spcBef>
                        <a:spcAft>
                          <a:spcPts val="0"/>
                        </a:spcAft>
                        <a:buNone/>
                      </a:pPr>
                      <a:r>
                        <a:rPr lang="es" sz="1200">
                          <a:solidFill>
                            <a:schemeClr val="lt1"/>
                          </a:solidFill>
                          <a:latin typeface="Poppins Medium"/>
                          <a:ea typeface="Poppins Medium"/>
                          <a:cs typeface="Poppins Medium"/>
                          <a:sym typeface="Poppins Medium"/>
                        </a:rPr>
                        <a:t>Marruecos</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1 924</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197</a:t>
                      </a:r>
                      <a:endParaRPr sz="12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3</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l">
                        <a:spcBef>
                          <a:spcPts val="0"/>
                        </a:spcBef>
                        <a:spcAft>
                          <a:spcPts val="0"/>
                        </a:spcAft>
                        <a:buNone/>
                      </a:pPr>
                      <a:r>
                        <a:rPr lang="es" sz="1200">
                          <a:solidFill>
                            <a:schemeClr val="lt1"/>
                          </a:solidFill>
                          <a:latin typeface="Poppins Medium"/>
                          <a:ea typeface="Poppins Medium"/>
                          <a:cs typeface="Poppins Medium"/>
                          <a:sym typeface="Poppins Medium"/>
                        </a:rPr>
                        <a:t>Egipto</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1 825</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114</a:t>
                      </a:r>
                      <a:endParaRPr sz="12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4</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l">
                        <a:spcBef>
                          <a:spcPts val="0"/>
                        </a:spcBef>
                        <a:spcAft>
                          <a:spcPts val="0"/>
                        </a:spcAft>
                        <a:buNone/>
                      </a:pPr>
                      <a:r>
                        <a:rPr lang="es" sz="1200">
                          <a:solidFill>
                            <a:schemeClr val="lt1"/>
                          </a:solidFill>
                          <a:latin typeface="Poppins Medium"/>
                          <a:ea typeface="Poppins Medium"/>
                          <a:cs typeface="Poppins Medium"/>
                          <a:sym typeface="Poppins Medium"/>
                        </a:rPr>
                        <a:t>Jordania</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1 693</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252</a:t>
                      </a:r>
                      <a:endParaRPr sz="12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5</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l">
                        <a:spcBef>
                          <a:spcPts val="0"/>
                        </a:spcBef>
                        <a:spcAft>
                          <a:spcPts val="0"/>
                        </a:spcAft>
                        <a:buNone/>
                      </a:pPr>
                      <a:r>
                        <a:rPr lang="es" sz="1200">
                          <a:solidFill>
                            <a:schemeClr val="lt1"/>
                          </a:solidFill>
                          <a:latin typeface="Poppins Medium"/>
                          <a:ea typeface="Poppins Medium"/>
                          <a:cs typeface="Poppins Medium"/>
                          <a:sym typeface="Poppins Medium"/>
                        </a:rPr>
                        <a:t>Túnez</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1 340</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244</a:t>
                      </a:r>
                      <a:endParaRPr sz="12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6</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l">
                        <a:spcBef>
                          <a:spcPts val="0"/>
                        </a:spcBef>
                        <a:spcAft>
                          <a:spcPts val="0"/>
                        </a:spcAft>
                        <a:buNone/>
                      </a:pPr>
                      <a:r>
                        <a:rPr lang="es" sz="1200">
                          <a:solidFill>
                            <a:schemeClr val="lt1"/>
                          </a:solidFill>
                          <a:latin typeface="Poppins Medium"/>
                          <a:ea typeface="Poppins Medium"/>
                          <a:cs typeface="Poppins Medium"/>
                          <a:sym typeface="Poppins Medium"/>
                        </a:rPr>
                        <a:t>Sudáfrica</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1 318</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223</a:t>
                      </a:r>
                      <a:endParaRPr sz="1200">
                        <a:solidFill>
                          <a:schemeClr val="lt1"/>
                        </a:solidFill>
                        <a:latin typeface="Poppins Medium"/>
                        <a:ea typeface="Poppins Medium"/>
                        <a:cs typeface="Poppins Medium"/>
                        <a:sym typeface="Poppins Medium"/>
                      </a:endParaRPr>
                    </a:p>
                  </a:txBody>
                  <a:tcPr marT="91425" marB="91425" marR="91425" marL="91425"/>
                </a:tc>
              </a:tr>
              <a:tr h="381000">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7</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l">
                        <a:spcBef>
                          <a:spcPts val="0"/>
                        </a:spcBef>
                        <a:spcAft>
                          <a:spcPts val="0"/>
                        </a:spcAft>
                        <a:buNone/>
                      </a:pPr>
                      <a:r>
                        <a:rPr lang="es" sz="1200">
                          <a:solidFill>
                            <a:schemeClr val="lt1"/>
                          </a:solidFill>
                          <a:latin typeface="Poppins Medium"/>
                          <a:ea typeface="Poppins Medium"/>
                          <a:cs typeface="Poppins Medium"/>
                          <a:sym typeface="Poppins Medium"/>
                        </a:rPr>
                        <a:t>Perú</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1 155</a:t>
                      </a:r>
                      <a:endParaRPr sz="1200">
                        <a:solidFill>
                          <a:schemeClr val="lt1"/>
                        </a:solidFill>
                        <a:latin typeface="Poppins Medium"/>
                        <a:ea typeface="Poppins Medium"/>
                        <a:cs typeface="Poppins Medium"/>
                        <a:sym typeface="Poppins Medium"/>
                      </a:endParaRPr>
                    </a:p>
                  </a:txBody>
                  <a:tcPr marT="91425" marB="91425" marR="91425" marL="91425"/>
                </a:tc>
                <a:tc>
                  <a:txBody>
                    <a:bodyPr/>
                    <a:lstStyle/>
                    <a:p>
                      <a:pPr indent="0" lvl="0" marL="0" rtl="0" algn="ctr">
                        <a:lnSpc>
                          <a:spcPct val="115000"/>
                        </a:lnSpc>
                        <a:spcBef>
                          <a:spcPts val="0"/>
                        </a:spcBef>
                        <a:spcAft>
                          <a:spcPts val="0"/>
                        </a:spcAft>
                        <a:buNone/>
                      </a:pPr>
                      <a:r>
                        <a:rPr lang="es" sz="1200">
                          <a:solidFill>
                            <a:schemeClr val="lt1"/>
                          </a:solidFill>
                          <a:latin typeface="Poppins Medium"/>
                          <a:ea typeface="Poppins Medium"/>
                          <a:cs typeface="Poppins Medium"/>
                          <a:sym typeface="Poppins Medium"/>
                        </a:rPr>
                        <a:t>88</a:t>
                      </a:r>
                      <a:endParaRPr sz="1200">
                        <a:solidFill>
                          <a:schemeClr val="lt1"/>
                        </a:solidFill>
                        <a:latin typeface="Poppins Medium"/>
                        <a:ea typeface="Poppins Medium"/>
                        <a:cs typeface="Poppins Medium"/>
                        <a:sym typeface="Poppins Medium"/>
                      </a:endParaRPr>
                    </a:p>
                  </a:txBody>
                  <a:tcPr marT="91425" marB="91425" marR="91425" marL="91425"/>
                </a:tc>
              </a:tr>
            </a:tbl>
          </a:graphicData>
        </a:graphic>
      </p:graphicFrame>
      <p:sp>
        <p:nvSpPr>
          <p:cNvPr id="294" name="Google Shape;294;p57"/>
          <p:cNvSpPr txBox="1"/>
          <p:nvPr/>
        </p:nvSpPr>
        <p:spPr>
          <a:xfrm>
            <a:off x="525200" y="4669075"/>
            <a:ext cx="7629600" cy="4464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None/>
            </a:pPr>
            <a:r>
              <a:rPr lang="es" sz="1700">
                <a:solidFill>
                  <a:schemeClr val="lt1"/>
                </a:solidFill>
                <a:latin typeface="Poppins"/>
                <a:ea typeface="Poppins"/>
                <a:cs typeface="Poppins"/>
                <a:sym typeface="Poppins"/>
              </a:rPr>
              <a:t>Los datos </a:t>
            </a:r>
            <a:r>
              <a:rPr lang="es" sz="1700">
                <a:solidFill>
                  <a:schemeClr val="lt1"/>
                </a:solidFill>
                <a:latin typeface="Poppins"/>
                <a:ea typeface="Poppins"/>
                <a:cs typeface="Poppins"/>
                <a:sym typeface="Poppins"/>
              </a:rPr>
              <a:t>varían</a:t>
            </a:r>
            <a:r>
              <a:rPr lang="es" sz="1700">
                <a:solidFill>
                  <a:schemeClr val="lt1"/>
                </a:solidFill>
                <a:latin typeface="Poppins"/>
                <a:ea typeface="Poppins"/>
                <a:cs typeface="Poppins"/>
                <a:sym typeface="Poppins"/>
              </a:rPr>
              <a:t> entre 2018-2019</a:t>
            </a:r>
            <a:endParaRPr sz="1700">
              <a:solidFill>
                <a:schemeClr val="lt1"/>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8"/>
          <p:cNvSpPr txBox="1"/>
          <p:nvPr/>
        </p:nvSpPr>
        <p:spPr>
          <a:xfrm>
            <a:off x="989100" y="372275"/>
            <a:ext cx="7165800" cy="5850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None/>
            </a:pPr>
            <a:r>
              <a:rPr b="1" lang="es" sz="2600">
                <a:solidFill>
                  <a:schemeClr val="lt1"/>
                </a:solidFill>
                <a:latin typeface="Poppins"/>
                <a:ea typeface="Poppins"/>
                <a:cs typeface="Poppins"/>
                <a:sym typeface="Poppins"/>
              </a:rPr>
              <a:t>Causas de muerte en Argentina (2018)</a:t>
            </a:r>
            <a:endParaRPr b="1" sz="2600">
              <a:solidFill>
                <a:schemeClr val="lt1"/>
              </a:solidFill>
              <a:latin typeface="Poppins"/>
              <a:ea typeface="Poppins"/>
              <a:cs typeface="Poppins"/>
              <a:sym typeface="Poppins"/>
            </a:endParaRPr>
          </a:p>
        </p:txBody>
      </p:sp>
      <p:graphicFrame>
        <p:nvGraphicFramePr>
          <p:cNvPr id="300" name="Google Shape;300;p58"/>
          <p:cNvGraphicFramePr/>
          <p:nvPr/>
        </p:nvGraphicFramePr>
        <p:xfrm>
          <a:off x="952500" y="1296850"/>
          <a:ext cx="3000000" cy="3000000"/>
        </p:xfrm>
        <a:graphic>
          <a:graphicData uri="http://schemas.openxmlformats.org/drawingml/2006/table">
            <a:tbl>
              <a:tblPr>
                <a:noFill/>
                <a:tableStyleId>{43333EAD-6BC5-4EA4-9EBE-95362579966B}</a:tableStyleId>
              </a:tblPr>
              <a:tblGrid>
                <a:gridCol w="2413000"/>
                <a:gridCol w="2413000"/>
                <a:gridCol w="2413000"/>
              </a:tblGrid>
              <a:tr h="381000">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Orden</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Causa</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Cantidad de fallecimientos en 2018</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r>
              <a:tr h="381000">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1</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Enfermedades del sistema circulatorio</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95.826</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r>
              <a:tr h="381000">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2</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Tumores</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63.873</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r>
              <a:tr h="381000">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3</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Enfermedades del sistema respiratorio</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61.668</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r>
              <a:tr h="381000">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4</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Enfermedades infecciosas y parasitarias</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13.971</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r>
              <a:tr h="381000">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5</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Enfermedades del sistema urinario</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13.305</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r>
              <a:tr h="381000">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6</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Diabetes mellitus</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9.086</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r>
              <a:tr h="381000">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7</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Enfermedades del hígado</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5.549</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tcPr>
                </a:tc>
              </a:tr>
              <a:tr h="381000">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8</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solidFill>
                      <a:srgbClr val="0B5394"/>
                    </a:solidFill>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Accidentes de tráfico de vehículo de motor</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solidFill>
                      <a:srgbClr val="0B5394"/>
                    </a:solidFill>
                  </a:tcPr>
                </a:tc>
                <a:tc>
                  <a:txBody>
                    <a:bodyPr/>
                    <a:lstStyle/>
                    <a:p>
                      <a:pPr indent="0" lvl="0" marL="0" rtl="0" algn="ctr">
                        <a:lnSpc>
                          <a:spcPct val="110000"/>
                        </a:lnSpc>
                        <a:spcBef>
                          <a:spcPts val="0"/>
                        </a:spcBef>
                        <a:spcAft>
                          <a:spcPts val="0"/>
                        </a:spcAft>
                        <a:buNone/>
                      </a:pPr>
                      <a:r>
                        <a:rPr lang="es" sz="1200">
                          <a:solidFill>
                            <a:schemeClr val="lt1"/>
                          </a:solidFill>
                          <a:latin typeface="Poppins Medium"/>
                          <a:ea typeface="Poppins Medium"/>
                          <a:cs typeface="Poppins Medium"/>
                          <a:sym typeface="Poppins Medium"/>
                        </a:rPr>
                        <a:t>4.353</a:t>
                      </a:r>
                      <a:endParaRPr sz="1200">
                        <a:solidFill>
                          <a:schemeClr val="lt1"/>
                        </a:solidFill>
                        <a:latin typeface="Poppins Medium"/>
                        <a:ea typeface="Poppins Medium"/>
                        <a:cs typeface="Poppins Medium"/>
                        <a:sym typeface="Poppins Medium"/>
                      </a:endParaRPr>
                    </a:p>
                  </a:txBody>
                  <a:tcPr marT="19050" marB="19050" marR="114300" marL="114300">
                    <a:lnL cap="flat" cmpd="sng" w="9525">
                      <a:solidFill>
                        <a:srgbClr val="EBEBEB"/>
                      </a:solidFill>
                      <a:prstDash val="solid"/>
                      <a:round/>
                      <a:headEnd len="sm" w="sm" type="none"/>
                      <a:tailEnd len="sm" w="sm" type="none"/>
                    </a:lnL>
                    <a:lnR cap="flat" cmpd="sng" w="9525">
                      <a:solidFill>
                        <a:srgbClr val="EBEBEB"/>
                      </a:solidFill>
                      <a:prstDash val="solid"/>
                      <a:round/>
                      <a:headEnd len="sm" w="sm" type="none"/>
                      <a:tailEnd len="sm" w="sm" type="none"/>
                    </a:lnR>
                    <a:lnT cap="flat" cmpd="sng" w="9525">
                      <a:solidFill>
                        <a:srgbClr val="EBEBEB"/>
                      </a:solidFill>
                      <a:prstDash val="solid"/>
                      <a:round/>
                      <a:headEnd len="sm" w="sm" type="none"/>
                      <a:tailEnd len="sm" w="sm" type="none"/>
                    </a:lnT>
                    <a:lnB cap="flat" cmpd="sng" w="9525">
                      <a:solidFill>
                        <a:srgbClr val="EBEBEB"/>
                      </a:solidFill>
                      <a:prstDash val="solid"/>
                      <a:round/>
                      <a:headEnd len="sm" w="sm" type="none"/>
                      <a:tailEnd len="sm" w="sm" type="none"/>
                    </a:lnB>
                    <a:solidFill>
                      <a:srgbClr val="0B5394"/>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9"/>
          <p:cNvSpPr txBox="1"/>
          <p:nvPr>
            <p:ph type="title"/>
          </p:nvPr>
        </p:nvSpPr>
        <p:spPr>
          <a:xfrm>
            <a:off x="780175" y="169450"/>
            <a:ext cx="7710900" cy="78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APARTADO LEGAL</a:t>
            </a:r>
            <a:endParaRPr/>
          </a:p>
        </p:txBody>
      </p:sp>
      <p:pic>
        <p:nvPicPr>
          <p:cNvPr id="306" name="Google Shape;306;p59"/>
          <p:cNvPicPr preferRelativeResize="0"/>
          <p:nvPr/>
        </p:nvPicPr>
        <p:blipFill>
          <a:blip r:embed="rId3">
            <a:alphaModFix/>
          </a:blip>
          <a:stretch>
            <a:fillRect/>
          </a:stretch>
        </p:blipFill>
        <p:spPr>
          <a:xfrm>
            <a:off x="2159800" y="1310419"/>
            <a:ext cx="6331275" cy="3730681"/>
          </a:xfrm>
          <a:prstGeom prst="rect">
            <a:avLst/>
          </a:prstGeom>
          <a:noFill/>
          <a:ln>
            <a:noFill/>
          </a:ln>
        </p:spPr>
      </p:pic>
      <p:sp>
        <p:nvSpPr>
          <p:cNvPr id="307" name="Google Shape;307;p59"/>
          <p:cNvSpPr txBox="1"/>
          <p:nvPr/>
        </p:nvSpPr>
        <p:spPr>
          <a:xfrm>
            <a:off x="-391050" y="2571750"/>
            <a:ext cx="3000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2600">
                <a:solidFill>
                  <a:schemeClr val="lt2"/>
                </a:solidFill>
                <a:latin typeface="Poppins"/>
                <a:ea typeface="Poppins"/>
                <a:cs typeface="Poppins"/>
                <a:sym typeface="Poppins"/>
              </a:rPr>
              <a:t>LEY 51</a:t>
            </a:r>
            <a:endParaRPr b="1" sz="2600">
              <a:solidFill>
                <a:schemeClr val="lt2"/>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id="312" name="Google Shape;312;p60"/>
          <p:cNvPicPr preferRelativeResize="0"/>
          <p:nvPr/>
        </p:nvPicPr>
        <p:blipFill>
          <a:blip r:embed="rId3">
            <a:alphaModFix/>
          </a:blip>
          <a:stretch>
            <a:fillRect/>
          </a:stretch>
        </p:blipFill>
        <p:spPr>
          <a:xfrm>
            <a:off x="2275975" y="3175325"/>
            <a:ext cx="4587050" cy="657225"/>
          </a:xfrm>
          <a:prstGeom prst="rect">
            <a:avLst/>
          </a:prstGeom>
          <a:noFill/>
          <a:ln>
            <a:noFill/>
          </a:ln>
        </p:spPr>
      </p:pic>
      <p:sp>
        <p:nvSpPr>
          <p:cNvPr id="313" name="Google Shape;313;p60"/>
          <p:cNvSpPr txBox="1"/>
          <p:nvPr/>
        </p:nvSpPr>
        <p:spPr>
          <a:xfrm>
            <a:off x="683750" y="0"/>
            <a:ext cx="7493700" cy="50229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1000"/>
              </a:spcBef>
              <a:spcAft>
                <a:spcPts val="0"/>
              </a:spcAft>
              <a:buNone/>
            </a:pPr>
            <a:r>
              <a:rPr b="1" lang="es" sz="1100">
                <a:solidFill>
                  <a:schemeClr val="lt1"/>
                </a:solidFill>
                <a:latin typeface="Times"/>
                <a:ea typeface="Times"/>
                <a:cs typeface="Times"/>
                <a:sym typeface="Times"/>
              </a:rPr>
              <a:t>ARTÍCULO 51. — VELOCIDAD MÁXIMA.</a:t>
            </a:r>
            <a:r>
              <a:rPr lang="es" sz="1100">
                <a:solidFill>
                  <a:schemeClr val="lt1"/>
                </a:solidFill>
                <a:latin typeface="Times"/>
                <a:ea typeface="Times"/>
                <a:cs typeface="Times"/>
                <a:sym typeface="Times"/>
              </a:rPr>
              <a:t> </a:t>
            </a:r>
            <a:endParaRPr sz="1100">
              <a:solidFill>
                <a:schemeClr val="lt1"/>
              </a:solidFill>
              <a:latin typeface="Times"/>
              <a:ea typeface="Times"/>
              <a:cs typeface="Times"/>
              <a:sym typeface="Times"/>
            </a:endParaRPr>
          </a:p>
          <a:p>
            <a:pPr indent="-311150" lvl="0" marL="457200" rtl="0" algn="just">
              <a:lnSpc>
                <a:spcPct val="100000"/>
              </a:lnSpc>
              <a:spcBef>
                <a:spcPts val="1000"/>
              </a:spcBef>
              <a:spcAft>
                <a:spcPts val="0"/>
              </a:spcAft>
              <a:buClr>
                <a:schemeClr val="lt1"/>
              </a:buClr>
              <a:buSzPts val="1300"/>
              <a:buFont typeface="Times"/>
              <a:buAutoNum type="arabicPeriod"/>
            </a:pPr>
            <a:r>
              <a:rPr b="1" lang="es" sz="1300">
                <a:solidFill>
                  <a:schemeClr val="lt1"/>
                </a:solidFill>
                <a:latin typeface="Times"/>
                <a:ea typeface="Times"/>
                <a:cs typeface="Times"/>
                <a:sym typeface="Times"/>
              </a:rPr>
              <a:t>En zona urbana:</a:t>
            </a:r>
            <a:endParaRPr b="1" sz="1300">
              <a:solidFill>
                <a:schemeClr val="lt1"/>
              </a:solidFill>
              <a:latin typeface="Times"/>
              <a:ea typeface="Times"/>
              <a:cs typeface="Times"/>
              <a:sym typeface="Times"/>
            </a:endParaRPr>
          </a:p>
          <a:p>
            <a:pPr indent="-311150" lvl="1" marL="914400" rtl="0" algn="just">
              <a:lnSpc>
                <a:spcPct val="100000"/>
              </a:lnSpc>
              <a:spcBef>
                <a:spcPts val="1000"/>
              </a:spcBef>
              <a:spcAft>
                <a:spcPts val="0"/>
              </a:spcAft>
              <a:buClr>
                <a:schemeClr val="lt1"/>
              </a:buClr>
              <a:buSzPts val="1300"/>
              <a:buFont typeface="Times"/>
              <a:buAutoNum type="alphaLcPeriod"/>
            </a:pPr>
            <a:r>
              <a:rPr lang="es" sz="1300">
                <a:solidFill>
                  <a:schemeClr val="lt1"/>
                </a:solidFill>
                <a:latin typeface="Times"/>
                <a:ea typeface="Times"/>
                <a:cs typeface="Times"/>
                <a:sym typeface="Times"/>
              </a:rPr>
              <a:t>En calles: 40 km/h</a:t>
            </a:r>
            <a:endParaRPr sz="1300">
              <a:solidFill>
                <a:schemeClr val="lt1"/>
              </a:solidFill>
              <a:latin typeface="Times"/>
              <a:ea typeface="Times"/>
              <a:cs typeface="Times"/>
              <a:sym typeface="Times"/>
            </a:endParaRPr>
          </a:p>
          <a:p>
            <a:pPr indent="-311150" lvl="1" marL="914400" rtl="0" algn="just">
              <a:lnSpc>
                <a:spcPct val="100000"/>
              </a:lnSpc>
              <a:spcBef>
                <a:spcPts val="1000"/>
              </a:spcBef>
              <a:spcAft>
                <a:spcPts val="0"/>
              </a:spcAft>
              <a:buClr>
                <a:schemeClr val="lt1"/>
              </a:buClr>
              <a:buSzPts val="1300"/>
              <a:buFont typeface="Times"/>
              <a:buAutoNum type="alphaLcPeriod"/>
            </a:pPr>
            <a:r>
              <a:rPr lang="es" sz="1300">
                <a:solidFill>
                  <a:schemeClr val="lt1"/>
                </a:solidFill>
                <a:latin typeface="Times"/>
                <a:ea typeface="Times"/>
                <a:cs typeface="Times"/>
                <a:sym typeface="Times"/>
              </a:rPr>
              <a:t>En avenidas: 60 km/h</a:t>
            </a:r>
            <a:endParaRPr sz="1300">
              <a:solidFill>
                <a:schemeClr val="lt1"/>
              </a:solidFill>
              <a:latin typeface="Times"/>
              <a:ea typeface="Times"/>
              <a:cs typeface="Times"/>
              <a:sym typeface="Times"/>
            </a:endParaRPr>
          </a:p>
          <a:p>
            <a:pPr indent="-311150" lvl="0" marL="457200" rtl="0" algn="just">
              <a:lnSpc>
                <a:spcPct val="100000"/>
              </a:lnSpc>
              <a:spcBef>
                <a:spcPts val="1000"/>
              </a:spcBef>
              <a:spcAft>
                <a:spcPts val="0"/>
              </a:spcAft>
              <a:buClr>
                <a:schemeClr val="lt1"/>
              </a:buClr>
              <a:buSzPts val="1300"/>
              <a:buFont typeface="Times"/>
              <a:buAutoNum type="arabicPeriod"/>
            </a:pPr>
            <a:r>
              <a:rPr b="1" lang="es" sz="1300">
                <a:solidFill>
                  <a:schemeClr val="lt1"/>
                </a:solidFill>
                <a:latin typeface="Times"/>
                <a:ea typeface="Times"/>
                <a:cs typeface="Times"/>
                <a:sym typeface="Times"/>
              </a:rPr>
              <a:t>En zona rural:</a:t>
            </a:r>
            <a:endParaRPr b="1" sz="1300">
              <a:solidFill>
                <a:schemeClr val="lt1"/>
              </a:solidFill>
              <a:latin typeface="Times"/>
              <a:ea typeface="Times"/>
              <a:cs typeface="Times"/>
              <a:sym typeface="Times"/>
            </a:endParaRPr>
          </a:p>
          <a:p>
            <a:pPr indent="-311150" lvl="1" marL="914400" rtl="0" algn="just">
              <a:lnSpc>
                <a:spcPct val="100000"/>
              </a:lnSpc>
              <a:spcBef>
                <a:spcPts val="1000"/>
              </a:spcBef>
              <a:spcAft>
                <a:spcPts val="0"/>
              </a:spcAft>
              <a:buClr>
                <a:schemeClr val="lt1"/>
              </a:buClr>
              <a:buSzPts val="1300"/>
              <a:buFont typeface="Times"/>
              <a:buAutoNum type="alphaLcPeriod"/>
            </a:pPr>
            <a:r>
              <a:rPr lang="es" sz="1300">
                <a:solidFill>
                  <a:schemeClr val="lt1"/>
                </a:solidFill>
                <a:latin typeface="Times"/>
                <a:ea typeface="Times"/>
                <a:cs typeface="Times"/>
                <a:sym typeface="Times"/>
              </a:rPr>
              <a:t>Para motocicletas, automóviles y camionetas: 110 km/h</a:t>
            </a:r>
            <a:endParaRPr sz="1300">
              <a:solidFill>
                <a:schemeClr val="lt1"/>
              </a:solidFill>
              <a:latin typeface="Times"/>
              <a:ea typeface="Times"/>
              <a:cs typeface="Times"/>
              <a:sym typeface="Times"/>
            </a:endParaRPr>
          </a:p>
          <a:p>
            <a:pPr indent="-311150" lvl="1" marL="914400" rtl="0" algn="just">
              <a:lnSpc>
                <a:spcPct val="100000"/>
              </a:lnSpc>
              <a:spcBef>
                <a:spcPts val="1000"/>
              </a:spcBef>
              <a:spcAft>
                <a:spcPts val="0"/>
              </a:spcAft>
              <a:buClr>
                <a:schemeClr val="lt1"/>
              </a:buClr>
              <a:buSzPts val="1300"/>
              <a:buFont typeface="Times"/>
              <a:buAutoNum type="alphaLcPeriod"/>
            </a:pPr>
            <a:r>
              <a:rPr lang="es" sz="1300">
                <a:solidFill>
                  <a:schemeClr val="lt1"/>
                </a:solidFill>
                <a:latin typeface="Times"/>
                <a:ea typeface="Times"/>
                <a:cs typeface="Times"/>
                <a:sym typeface="Times"/>
              </a:rPr>
              <a:t>Para microbús, ómnibus y casas rodantes motorizadas: 90 km/h</a:t>
            </a:r>
            <a:endParaRPr sz="1300">
              <a:solidFill>
                <a:schemeClr val="lt1"/>
              </a:solidFill>
              <a:latin typeface="Times"/>
              <a:ea typeface="Times"/>
              <a:cs typeface="Times"/>
              <a:sym typeface="Times"/>
            </a:endParaRPr>
          </a:p>
          <a:p>
            <a:pPr indent="-311150" lvl="1" marL="914400" rtl="0" algn="just">
              <a:lnSpc>
                <a:spcPct val="100000"/>
              </a:lnSpc>
              <a:spcBef>
                <a:spcPts val="1000"/>
              </a:spcBef>
              <a:spcAft>
                <a:spcPts val="0"/>
              </a:spcAft>
              <a:buClr>
                <a:schemeClr val="lt1"/>
              </a:buClr>
              <a:buSzPts val="1300"/>
              <a:buFont typeface="Times"/>
              <a:buAutoNum type="alphaLcPeriod"/>
            </a:pPr>
            <a:r>
              <a:rPr lang="es" sz="1300">
                <a:solidFill>
                  <a:schemeClr val="lt1"/>
                </a:solidFill>
                <a:latin typeface="Times"/>
                <a:ea typeface="Times"/>
                <a:cs typeface="Times"/>
                <a:sym typeface="Times"/>
              </a:rPr>
              <a:t>Para camiones y automotores con casa rodante acoplada: 80 km/h</a:t>
            </a:r>
            <a:endParaRPr sz="1300">
              <a:solidFill>
                <a:schemeClr val="lt1"/>
              </a:solidFill>
              <a:latin typeface="Times"/>
              <a:ea typeface="Times"/>
              <a:cs typeface="Times"/>
              <a:sym typeface="Times"/>
            </a:endParaRPr>
          </a:p>
          <a:p>
            <a:pPr indent="-311150" lvl="1" marL="914400" rtl="0" algn="just">
              <a:lnSpc>
                <a:spcPct val="100000"/>
              </a:lnSpc>
              <a:spcBef>
                <a:spcPts val="1000"/>
              </a:spcBef>
              <a:spcAft>
                <a:spcPts val="0"/>
              </a:spcAft>
              <a:buClr>
                <a:schemeClr val="lt1"/>
              </a:buClr>
              <a:buSzPts val="1300"/>
              <a:buFont typeface="Times"/>
              <a:buAutoNum type="alphaLcPeriod"/>
            </a:pPr>
            <a:r>
              <a:rPr lang="es" sz="1300">
                <a:solidFill>
                  <a:schemeClr val="lt1"/>
                </a:solidFill>
                <a:latin typeface="Times"/>
                <a:ea typeface="Times"/>
                <a:cs typeface="Times"/>
                <a:sym typeface="Times"/>
              </a:rPr>
              <a:t>Para transportes de sustancias peligrosas: 80 km/h</a:t>
            </a:r>
            <a:endParaRPr sz="1300">
              <a:solidFill>
                <a:schemeClr val="lt1"/>
              </a:solidFill>
              <a:latin typeface="Times"/>
              <a:ea typeface="Times"/>
              <a:cs typeface="Times"/>
              <a:sym typeface="Times"/>
            </a:endParaRPr>
          </a:p>
          <a:p>
            <a:pPr indent="-311150" lvl="0" marL="457200" rtl="0" algn="just">
              <a:lnSpc>
                <a:spcPct val="100000"/>
              </a:lnSpc>
              <a:spcBef>
                <a:spcPts val="1000"/>
              </a:spcBef>
              <a:spcAft>
                <a:spcPts val="0"/>
              </a:spcAft>
              <a:buClr>
                <a:schemeClr val="lt1"/>
              </a:buClr>
              <a:buSzPts val="1300"/>
              <a:buFont typeface="Times"/>
              <a:buAutoNum type="arabicPeriod"/>
            </a:pPr>
            <a:r>
              <a:rPr b="1" lang="es" sz="1300">
                <a:solidFill>
                  <a:schemeClr val="lt1"/>
                </a:solidFill>
                <a:latin typeface="Times"/>
                <a:ea typeface="Times"/>
                <a:cs typeface="Times"/>
                <a:sym typeface="Times"/>
              </a:rPr>
              <a:t>En semiautopistas: </a:t>
            </a:r>
            <a:r>
              <a:rPr lang="es" sz="1300">
                <a:solidFill>
                  <a:schemeClr val="lt1"/>
                </a:solidFill>
                <a:latin typeface="Times"/>
                <a:ea typeface="Times"/>
                <a:cs typeface="Times"/>
                <a:sym typeface="Times"/>
              </a:rPr>
              <a:t>Iguales</a:t>
            </a:r>
            <a:r>
              <a:rPr lang="es" sz="1300">
                <a:solidFill>
                  <a:schemeClr val="lt1"/>
                </a:solidFill>
                <a:latin typeface="Times"/>
                <a:ea typeface="Times"/>
                <a:cs typeface="Times"/>
                <a:sym typeface="Times"/>
              </a:rPr>
              <a:t> que en zona rural los vehículos, salvo el de 120 km/h para motocicletas y automóviles</a:t>
            </a:r>
            <a:endParaRPr sz="1300">
              <a:solidFill>
                <a:schemeClr val="lt1"/>
              </a:solidFill>
              <a:latin typeface="Times"/>
              <a:ea typeface="Times"/>
              <a:cs typeface="Times"/>
              <a:sym typeface="Times"/>
            </a:endParaRPr>
          </a:p>
          <a:p>
            <a:pPr indent="-311150" lvl="0" marL="457200" rtl="0" algn="just">
              <a:lnSpc>
                <a:spcPct val="100000"/>
              </a:lnSpc>
              <a:spcBef>
                <a:spcPts val="1000"/>
              </a:spcBef>
              <a:spcAft>
                <a:spcPts val="0"/>
              </a:spcAft>
              <a:buClr>
                <a:schemeClr val="lt1"/>
              </a:buClr>
              <a:buSzPts val="1300"/>
              <a:buFont typeface="Times"/>
              <a:buAutoNum type="arabicPeriod"/>
            </a:pPr>
            <a:r>
              <a:rPr b="1" lang="es" sz="1300">
                <a:solidFill>
                  <a:schemeClr val="lt1"/>
                </a:solidFill>
                <a:latin typeface="Times"/>
                <a:ea typeface="Times"/>
                <a:cs typeface="Times"/>
                <a:sym typeface="Times"/>
              </a:rPr>
              <a:t>Límites máximos especiales:</a:t>
            </a:r>
            <a:endParaRPr b="1" sz="1300">
              <a:solidFill>
                <a:schemeClr val="lt1"/>
              </a:solidFill>
              <a:latin typeface="Times"/>
              <a:ea typeface="Times"/>
              <a:cs typeface="Times"/>
              <a:sym typeface="Times"/>
            </a:endParaRPr>
          </a:p>
          <a:p>
            <a:pPr indent="-311150" lvl="1" marL="914400" rtl="0" algn="just">
              <a:lnSpc>
                <a:spcPct val="100000"/>
              </a:lnSpc>
              <a:spcBef>
                <a:spcPts val="1000"/>
              </a:spcBef>
              <a:spcAft>
                <a:spcPts val="0"/>
              </a:spcAft>
              <a:buClr>
                <a:schemeClr val="lt1"/>
              </a:buClr>
              <a:buSzPts val="1300"/>
              <a:buFont typeface="Times"/>
              <a:buAutoNum type="alphaLcPeriod"/>
            </a:pPr>
            <a:r>
              <a:rPr lang="es" sz="1300">
                <a:solidFill>
                  <a:schemeClr val="lt1"/>
                </a:solidFill>
                <a:latin typeface="Times"/>
                <a:ea typeface="Times"/>
                <a:cs typeface="Times"/>
                <a:sym typeface="Times"/>
              </a:rPr>
              <a:t>En las encrucijadas urbanas sin semáforo: la velocidad precautoria, nunca superior a 30 km/h</a:t>
            </a:r>
            <a:endParaRPr sz="1300">
              <a:solidFill>
                <a:schemeClr val="lt1"/>
              </a:solidFill>
              <a:latin typeface="Times"/>
              <a:ea typeface="Times"/>
              <a:cs typeface="Times"/>
              <a:sym typeface="Times"/>
            </a:endParaRPr>
          </a:p>
          <a:p>
            <a:pPr indent="-311150" lvl="1" marL="914400" rtl="0" algn="just">
              <a:lnSpc>
                <a:spcPct val="100000"/>
              </a:lnSpc>
              <a:spcBef>
                <a:spcPts val="1000"/>
              </a:spcBef>
              <a:spcAft>
                <a:spcPts val="0"/>
              </a:spcAft>
              <a:buClr>
                <a:schemeClr val="lt1"/>
              </a:buClr>
              <a:buSzPts val="1300"/>
              <a:buFont typeface="Times"/>
              <a:buAutoNum type="alphaLcPeriod"/>
            </a:pPr>
            <a:r>
              <a:rPr lang="es" sz="1300">
                <a:solidFill>
                  <a:schemeClr val="lt1"/>
                </a:solidFill>
                <a:latin typeface="Times"/>
                <a:ea typeface="Times"/>
                <a:cs typeface="Times"/>
                <a:sym typeface="Times"/>
              </a:rPr>
              <a:t>En los cruce de tren sin barrera ni semáforos: la velocidad precautoria no superior a 20 km/h</a:t>
            </a:r>
            <a:endParaRPr sz="1300">
              <a:solidFill>
                <a:schemeClr val="lt1"/>
              </a:solidFill>
              <a:latin typeface="Times"/>
              <a:ea typeface="Times"/>
              <a:cs typeface="Times"/>
              <a:sym typeface="Times"/>
            </a:endParaRPr>
          </a:p>
          <a:p>
            <a:pPr indent="-311150" lvl="1" marL="914400" rtl="0" algn="just">
              <a:lnSpc>
                <a:spcPct val="100000"/>
              </a:lnSpc>
              <a:spcBef>
                <a:spcPts val="1000"/>
              </a:spcBef>
              <a:spcAft>
                <a:spcPts val="1000"/>
              </a:spcAft>
              <a:buClr>
                <a:schemeClr val="lt1"/>
              </a:buClr>
              <a:buSzPts val="1300"/>
              <a:buFont typeface="Times"/>
              <a:buAutoNum type="alphaLcPeriod"/>
            </a:pPr>
            <a:r>
              <a:rPr lang="es" sz="1300">
                <a:solidFill>
                  <a:schemeClr val="lt1"/>
                </a:solidFill>
                <a:latin typeface="Times"/>
                <a:ea typeface="Times"/>
                <a:cs typeface="Times"/>
                <a:sym typeface="Times"/>
              </a:rPr>
              <a:t>En calles de establecimientos escolares, deportivos y de gran flujo de personas: velocidad precautoria no mayor a 20 km/h</a:t>
            </a:r>
            <a:endParaRPr sz="1700">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7" name="Shape 317"/>
        <p:cNvGrpSpPr/>
        <p:nvPr/>
      </p:nvGrpSpPr>
      <p:grpSpPr>
        <a:xfrm>
          <a:off x="0" y="0"/>
          <a:ext cx="0" cy="0"/>
          <a:chOff x="0" y="0"/>
          <a:chExt cx="0" cy="0"/>
        </a:xfrm>
      </p:grpSpPr>
      <p:sp>
        <p:nvSpPr>
          <p:cNvPr id="318" name="Google Shape;318;p61"/>
          <p:cNvSpPr txBox="1"/>
          <p:nvPr/>
        </p:nvSpPr>
        <p:spPr>
          <a:xfrm>
            <a:off x="3007950" y="1639300"/>
            <a:ext cx="31281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3400">
                <a:solidFill>
                  <a:schemeClr val="dk1"/>
                </a:solidFill>
                <a:latin typeface="Poppins"/>
                <a:ea typeface="Poppins"/>
                <a:cs typeface="Poppins"/>
                <a:sym typeface="Poppins"/>
              </a:rPr>
              <a:t>LA </a:t>
            </a:r>
            <a:r>
              <a:rPr b="1" lang="es" sz="3400">
                <a:solidFill>
                  <a:schemeClr val="dk1"/>
                </a:solidFill>
                <a:latin typeface="Poppins"/>
                <a:ea typeface="Poppins"/>
                <a:cs typeface="Poppins"/>
                <a:sym typeface="Poppins"/>
              </a:rPr>
              <a:t>SOLUCIÓN </a:t>
            </a:r>
            <a:endParaRPr sz="2200">
              <a:solidFill>
                <a:schemeClr val="dk1"/>
              </a:solidFill>
            </a:endParaRPr>
          </a:p>
        </p:txBody>
      </p:sp>
      <p:sp>
        <p:nvSpPr>
          <p:cNvPr id="319" name="Google Shape;319;p61"/>
          <p:cNvSpPr txBox="1"/>
          <p:nvPr/>
        </p:nvSpPr>
        <p:spPr>
          <a:xfrm>
            <a:off x="1900050" y="2511575"/>
            <a:ext cx="5343900" cy="492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000"/>
              </a:spcAft>
              <a:buNone/>
            </a:pPr>
            <a:r>
              <a:rPr b="1" lang="es" sz="2000">
                <a:solidFill>
                  <a:schemeClr val="dk1"/>
                </a:solidFill>
                <a:latin typeface="Poppins"/>
                <a:ea typeface="Poppins"/>
                <a:cs typeface="Poppins"/>
                <a:sym typeface="Poppins"/>
              </a:rPr>
              <a:t>Limitador de Velocidad Automatizado:</a:t>
            </a:r>
            <a:endParaRPr sz="2100">
              <a:solidFill>
                <a:schemeClr val="dk1"/>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3" name="Shape 323"/>
        <p:cNvGrpSpPr/>
        <p:nvPr/>
      </p:nvGrpSpPr>
      <p:grpSpPr>
        <a:xfrm>
          <a:off x="0" y="0"/>
          <a:ext cx="0" cy="0"/>
          <a:chOff x="0" y="0"/>
          <a:chExt cx="0" cy="0"/>
        </a:xfrm>
      </p:grpSpPr>
      <p:sp>
        <p:nvSpPr>
          <p:cNvPr id="324" name="Google Shape;324;p62"/>
          <p:cNvSpPr txBox="1"/>
          <p:nvPr/>
        </p:nvSpPr>
        <p:spPr>
          <a:xfrm>
            <a:off x="0" y="421100"/>
            <a:ext cx="4035600" cy="3228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s" sz="1500">
                <a:solidFill>
                  <a:schemeClr val="dk1"/>
                </a:solidFill>
                <a:latin typeface="Poppins"/>
                <a:ea typeface="Poppins"/>
                <a:cs typeface="Poppins"/>
                <a:sym typeface="Poppins"/>
              </a:rPr>
              <a:t>Limitador de Velocidad Automatizado:</a:t>
            </a:r>
            <a:endParaRPr sz="1200">
              <a:solidFill>
                <a:schemeClr val="dk1"/>
              </a:solidFill>
              <a:latin typeface="Poppins"/>
              <a:ea typeface="Poppins"/>
              <a:cs typeface="Poppins"/>
              <a:sym typeface="Poppins"/>
            </a:endParaRPr>
          </a:p>
          <a:p>
            <a:pPr indent="0" lvl="0" marL="0" rtl="0" algn="just">
              <a:lnSpc>
                <a:spcPct val="115000"/>
              </a:lnSpc>
              <a:spcBef>
                <a:spcPts val="1000"/>
              </a:spcBef>
              <a:spcAft>
                <a:spcPts val="0"/>
              </a:spcAft>
              <a:buNone/>
            </a:pPr>
            <a:r>
              <a:rPr lang="es" sz="1200">
                <a:solidFill>
                  <a:schemeClr val="dk1"/>
                </a:solidFill>
                <a:latin typeface="Poppins"/>
                <a:ea typeface="Poppins"/>
                <a:cs typeface="Poppins"/>
                <a:sym typeface="Poppins"/>
              </a:rPr>
              <a:t>  </a:t>
            </a:r>
            <a:endParaRPr sz="1200">
              <a:solidFill>
                <a:schemeClr val="dk1"/>
              </a:solidFill>
              <a:latin typeface="Poppins"/>
              <a:ea typeface="Poppins"/>
              <a:cs typeface="Poppins"/>
              <a:sym typeface="Poppins"/>
            </a:endParaRPr>
          </a:p>
          <a:p>
            <a:pPr indent="0" lvl="0" marL="0" rtl="0" algn="just">
              <a:lnSpc>
                <a:spcPct val="115000"/>
              </a:lnSpc>
              <a:spcBef>
                <a:spcPts val="1000"/>
              </a:spcBef>
              <a:spcAft>
                <a:spcPts val="1000"/>
              </a:spcAft>
              <a:buNone/>
            </a:pPr>
            <a:r>
              <a:rPr lang="es" sz="1200">
                <a:solidFill>
                  <a:schemeClr val="dk1"/>
                </a:solidFill>
                <a:latin typeface="Poppins"/>
                <a:ea typeface="Poppins"/>
                <a:cs typeface="Poppins"/>
                <a:sym typeface="Poppins"/>
              </a:rPr>
              <a:t>El proyecto consiste en un programa el cual mediante el uso de sensores detecta la velocidad del vehículo y la comparara con el valor límite permitido dependiendo en qué lugar esté, ya sea calle (40 km/h), avenida(60 km/h), Ruta (110 km/h), Autopista (130 km/h), mediante esta comparación la velocidad no podrá superar el límite establecido, para saber la ubicación y en que se encuentra se ocupará un sistema de GPS que permita detectar la ubicación precisa del automóvil.  </a:t>
            </a:r>
            <a:endParaRPr sz="1200">
              <a:solidFill>
                <a:schemeClr val="dk1"/>
              </a:solidFill>
              <a:latin typeface="Poppins"/>
              <a:ea typeface="Poppins"/>
              <a:cs typeface="Poppins"/>
              <a:sym typeface="Poppins"/>
            </a:endParaRPr>
          </a:p>
        </p:txBody>
      </p:sp>
      <p:pic>
        <p:nvPicPr>
          <p:cNvPr id="325" name="Google Shape;325;p62"/>
          <p:cNvPicPr preferRelativeResize="0"/>
          <p:nvPr/>
        </p:nvPicPr>
        <p:blipFill>
          <a:blip r:embed="rId4">
            <a:alphaModFix/>
          </a:blip>
          <a:stretch>
            <a:fillRect/>
          </a:stretch>
        </p:blipFill>
        <p:spPr>
          <a:xfrm>
            <a:off x="4167950" y="976938"/>
            <a:ext cx="4725375" cy="31896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9" name="Shape 329"/>
        <p:cNvGrpSpPr/>
        <p:nvPr/>
      </p:nvGrpSpPr>
      <p:grpSpPr>
        <a:xfrm>
          <a:off x="0" y="0"/>
          <a:ext cx="0" cy="0"/>
          <a:chOff x="0" y="0"/>
          <a:chExt cx="0" cy="0"/>
        </a:xfrm>
      </p:grpSpPr>
      <p:sp>
        <p:nvSpPr>
          <p:cNvPr id="330" name="Google Shape;330;p63"/>
          <p:cNvSpPr txBox="1"/>
          <p:nvPr/>
        </p:nvSpPr>
        <p:spPr>
          <a:xfrm>
            <a:off x="0" y="240625"/>
            <a:ext cx="9144000" cy="1887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s" sz="1500">
                <a:solidFill>
                  <a:schemeClr val="dk1"/>
                </a:solidFill>
                <a:latin typeface="Poppins"/>
                <a:ea typeface="Poppins"/>
                <a:cs typeface="Poppins"/>
                <a:sym typeface="Poppins"/>
              </a:rPr>
              <a:t>Limitador de Velocidad Automatizado:</a:t>
            </a:r>
            <a:endParaRPr b="1" sz="1500">
              <a:solidFill>
                <a:schemeClr val="dk1"/>
              </a:solidFill>
              <a:latin typeface="Poppins"/>
              <a:ea typeface="Poppins"/>
              <a:cs typeface="Poppins"/>
              <a:sym typeface="Poppins"/>
            </a:endParaRPr>
          </a:p>
          <a:p>
            <a:pPr indent="0" lvl="0" marL="0" rtl="0" algn="just">
              <a:lnSpc>
                <a:spcPct val="115000"/>
              </a:lnSpc>
              <a:spcBef>
                <a:spcPts val="1000"/>
              </a:spcBef>
              <a:spcAft>
                <a:spcPts val="0"/>
              </a:spcAft>
              <a:buNone/>
            </a:pPr>
            <a:r>
              <a:t/>
            </a:r>
            <a:endParaRPr b="1" sz="1300">
              <a:solidFill>
                <a:schemeClr val="dk1"/>
              </a:solidFill>
              <a:latin typeface="Poppins"/>
              <a:ea typeface="Poppins"/>
              <a:cs typeface="Poppins"/>
              <a:sym typeface="Poppins"/>
            </a:endParaRPr>
          </a:p>
          <a:p>
            <a:pPr indent="179999" lvl="0" marL="0" rtl="0" algn="just">
              <a:lnSpc>
                <a:spcPct val="115000"/>
              </a:lnSpc>
              <a:spcBef>
                <a:spcPts val="1000"/>
              </a:spcBef>
              <a:spcAft>
                <a:spcPts val="0"/>
              </a:spcAft>
              <a:buNone/>
            </a:pPr>
            <a:r>
              <a:rPr lang="es" sz="1200">
                <a:solidFill>
                  <a:schemeClr val="dk1"/>
                </a:solidFill>
                <a:latin typeface="Poppins"/>
                <a:ea typeface="Poppins"/>
                <a:cs typeface="Poppins"/>
                <a:sym typeface="Poppins"/>
              </a:rPr>
              <a:t>El proyecto presentado va dirigido a la limitación de la velocidad máxima según la zona de circulación. Se buscará que no implique un gran cambio del vehículo, para evitar problemáticas  de incompatibilidad de modelos, así también sea un implemento de rápido entendimiento y fácil uso.</a:t>
            </a:r>
            <a:endParaRPr sz="1200">
              <a:solidFill>
                <a:schemeClr val="dk1"/>
              </a:solidFill>
              <a:latin typeface="Poppins"/>
              <a:ea typeface="Poppins"/>
              <a:cs typeface="Poppins"/>
              <a:sym typeface="Poppins"/>
            </a:endParaRPr>
          </a:p>
          <a:p>
            <a:pPr indent="0" lvl="0" marL="0" rtl="0" algn="just">
              <a:lnSpc>
                <a:spcPct val="115000"/>
              </a:lnSpc>
              <a:spcBef>
                <a:spcPts val="1000"/>
              </a:spcBef>
              <a:spcAft>
                <a:spcPts val="1000"/>
              </a:spcAft>
              <a:buNone/>
            </a:pPr>
            <a:r>
              <a:t/>
            </a:r>
            <a:endParaRPr sz="1200">
              <a:solidFill>
                <a:schemeClr val="dk1"/>
              </a:solidFill>
              <a:latin typeface="Poppins"/>
              <a:ea typeface="Poppins"/>
              <a:cs typeface="Poppins"/>
              <a:sym typeface="Poppins"/>
            </a:endParaRPr>
          </a:p>
        </p:txBody>
      </p:sp>
      <p:pic>
        <p:nvPicPr>
          <p:cNvPr id="331" name="Google Shape;331;p63"/>
          <p:cNvPicPr preferRelativeResize="0"/>
          <p:nvPr/>
        </p:nvPicPr>
        <p:blipFill>
          <a:blip r:embed="rId4">
            <a:alphaModFix/>
          </a:blip>
          <a:stretch>
            <a:fillRect/>
          </a:stretch>
        </p:blipFill>
        <p:spPr>
          <a:xfrm>
            <a:off x="4120800" y="2127628"/>
            <a:ext cx="4771848" cy="2684151"/>
          </a:xfrm>
          <a:prstGeom prst="rect">
            <a:avLst/>
          </a:prstGeom>
          <a:noFill/>
          <a:ln>
            <a:noFill/>
          </a:ln>
        </p:spPr>
      </p:pic>
      <p:sp>
        <p:nvSpPr>
          <p:cNvPr id="332" name="Google Shape;332;p63"/>
          <p:cNvSpPr txBox="1"/>
          <p:nvPr/>
        </p:nvSpPr>
        <p:spPr>
          <a:xfrm>
            <a:off x="152400" y="2329100"/>
            <a:ext cx="3642600" cy="2281200"/>
          </a:xfrm>
          <a:prstGeom prst="rect">
            <a:avLst/>
          </a:prstGeom>
          <a:noFill/>
          <a:ln>
            <a:noFill/>
          </a:ln>
        </p:spPr>
        <p:txBody>
          <a:bodyPr anchorCtr="0" anchor="t" bIns="91425" lIns="91425" spcFirstLastPara="1" rIns="91425" wrap="square" tIns="91425">
            <a:spAutoFit/>
          </a:bodyPr>
          <a:lstStyle/>
          <a:p>
            <a:pPr indent="179999" lvl="0" marL="0" rtl="0" algn="just">
              <a:lnSpc>
                <a:spcPct val="115000"/>
              </a:lnSpc>
              <a:spcBef>
                <a:spcPts val="0"/>
              </a:spcBef>
              <a:spcAft>
                <a:spcPts val="1000"/>
              </a:spcAft>
              <a:buNone/>
            </a:pPr>
            <a:r>
              <a:rPr lang="es" sz="1200">
                <a:solidFill>
                  <a:schemeClr val="dk1"/>
                </a:solidFill>
                <a:latin typeface="Poppins"/>
                <a:ea typeface="Poppins"/>
                <a:cs typeface="Poppins"/>
                <a:sym typeface="Poppins"/>
              </a:rPr>
              <a:t>Además una velocidad controlada previene, aparte de las multas, los accidentes por reacción tardía o inexperiencia para controlar esa velocidad. Este implemento más las tecnologías ya presentes harán al vehículo un recurso menos peligroso y más accesible para gente sin experiencia manejando y/o que manejan de manera imprudente por diferentes caminos.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6" name="Shape 336"/>
        <p:cNvGrpSpPr/>
        <p:nvPr/>
      </p:nvGrpSpPr>
      <p:grpSpPr>
        <a:xfrm>
          <a:off x="0" y="0"/>
          <a:ext cx="0" cy="0"/>
          <a:chOff x="0" y="0"/>
          <a:chExt cx="0" cy="0"/>
        </a:xfrm>
      </p:grpSpPr>
      <p:sp>
        <p:nvSpPr>
          <p:cNvPr id="337" name="Google Shape;337;p64"/>
          <p:cNvSpPr txBox="1"/>
          <p:nvPr/>
        </p:nvSpPr>
        <p:spPr>
          <a:xfrm>
            <a:off x="0" y="827175"/>
            <a:ext cx="4216200" cy="1590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s" sz="1800">
                <a:solidFill>
                  <a:schemeClr val="dk1"/>
                </a:solidFill>
                <a:latin typeface="Poppins"/>
                <a:ea typeface="Poppins"/>
                <a:cs typeface="Poppins"/>
                <a:sym typeface="Poppins"/>
              </a:rPr>
              <a:t>Características:</a:t>
            </a:r>
            <a:endParaRPr b="1" sz="1800">
              <a:solidFill>
                <a:schemeClr val="dk1"/>
              </a:solidFill>
              <a:latin typeface="Poppins"/>
              <a:ea typeface="Poppins"/>
              <a:cs typeface="Poppins"/>
              <a:sym typeface="Poppins"/>
            </a:endParaRPr>
          </a:p>
          <a:p>
            <a:pPr indent="-317500" lvl="0" marL="457200" rtl="0" algn="just">
              <a:lnSpc>
                <a:spcPct val="115000"/>
              </a:lnSpc>
              <a:spcBef>
                <a:spcPts val="1000"/>
              </a:spcBef>
              <a:spcAft>
                <a:spcPts val="0"/>
              </a:spcAft>
              <a:buClr>
                <a:schemeClr val="dk1"/>
              </a:buClr>
              <a:buSzPts val="1400"/>
              <a:buFont typeface="Poppins"/>
              <a:buChar char="-"/>
            </a:pPr>
            <a:r>
              <a:rPr lang="es">
                <a:solidFill>
                  <a:schemeClr val="dk1"/>
                </a:solidFill>
                <a:latin typeface="Poppins"/>
                <a:ea typeface="Poppins"/>
                <a:cs typeface="Poppins"/>
                <a:sym typeface="Poppins"/>
              </a:rPr>
              <a:t>Sensor para detectar la velocidad.</a:t>
            </a:r>
            <a:endParaRPr>
              <a:solidFill>
                <a:schemeClr val="dk1"/>
              </a:solidFill>
              <a:latin typeface="Poppins"/>
              <a:ea typeface="Poppins"/>
              <a:cs typeface="Poppins"/>
              <a:sym typeface="Poppins"/>
            </a:endParaRPr>
          </a:p>
          <a:p>
            <a:pPr indent="-317500" lvl="0" marL="457200" rtl="0" algn="just">
              <a:lnSpc>
                <a:spcPct val="115000"/>
              </a:lnSpc>
              <a:spcBef>
                <a:spcPts val="0"/>
              </a:spcBef>
              <a:spcAft>
                <a:spcPts val="0"/>
              </a:spcAft>
              <a:buClr>
                <a:schemeClr val="dk1"/>
              </a:buClr>
              <a:buSzPts val="1400"/>
              <a:buFont typeface="Poppins"/>
              <a:buChar char="-"/>
            </a:pPr>
            <a:r>
              <a:rPr lang="es">
                <a:solidFill>
                  <a:schemeClr val="dk1"/>
                </a:solidFill>
                <a:latin typeface="Poppins"/>
                <a:ea typeface="Poppins"/>
                <a:cs typeface="Poppins"/>
                <a:sym typeface="Poppins"/>
              </a:rPr>
              <a:t>Sistema Comparador.</a:t>
            </a:r>
            <a:endParaRPr>
              <a:solidFill>
                <a:schemeClr val="dk1"/>
              </a:solidFill>
              <a:latin typeface="Poppins"/>
              <a:ea typeface="Poppins"/>
              <a:cs typeface="Poppins"/>
              <a:sym typeface="Poppins"/>
            </a:endParaRPr>
          </a:p>
          <a:p>
            <a:pPr indent="-317500" lvl="0" marL="457200" rtl="0" algn="just">
              <a:lnSpc>
                <a:spcPct val="115000"/>
              </a:lnSpc>
              <a:spcBef>
                <a:spcPts val="0"/>
              </a:spcBef>
              <a:spcAft>
                <a:spcPts val="0"/>
              </a:spcAft>
              <a:buClr>
                <a:schemeClr val="dk1"/>
              </a:buClr>
              <a:buSzPts val="1400"/>
              <a:buFont typeface="Poppins"/>
              <a:buChar char="-"/>
            </a:pPr>
            <a:r>
              <a:rPr lang="es">
                <a:solidFill>
                  <a:schemeClr val="dk1"/>
                </a:solidFill>
                <a:latin typeface="Poppins"/>
                <a:ea typeface="Poppins"/>
                <a:cs typeface="Poppins"/>
                <a:sym typeface="Poppins"/>
              </a:rPr>
              <a:t>Conexión GPS.</a:t>
            </a:r>
            <a:endParaRPr>
              <a:solidFill>
                <a:schemeClr val="dk1"/>
              </a:solidFill>
              <a:latin typeface="Poppins"/>
              <a:ea typeface="Poppins"/>
              <a:cs typeface="Poppins"/>
              <a:sym typeface="Poppins"/>
            </a:endParaRPr>
          </a:p>
          <a:p>
            <a:pPr indent="-317500" lvl="0" marL="457200" rtl="0" algn="just">
              <a:lnSpc>
                <a:spcPct val="115000"/>
              </a:lnSpc>
              <a:spcBef>
                <a:spcPts val="0"/>
              </a:spcBef>
              <a:spcAft>
                <a:spcPts val="0"/>
              </a:spcAft>
              <a:buClr>
                <a:schemeClr val="dk1"/>
              </a:buClr>
              <a:buSzPts val="1400"/>
              <a:buFont typeface="Poppins"/>
              <a:buChar char="-"/>
            </a:pPr>
            <a:r>
              <a:rPr lang="es">
                <a:solidFill>
                  <a:schemeClr val="dk1"/>
                </a:solidFill>
                <a:latin typeface="Poppins"/>
                <a:ea typeface="Poppins"/>
                <a:cs typeface="Poppins"/>
                <a:sym typeface="Poppins"/>
              </a:rPr>
              <a:t>Sistema de limitación mecánico</a:t>
            </a:r>
            <a:endParaRPr sz="1700">
              <a:solidFill>
                <a:schemeClr val="dk1"/>
              </a:solidFill>
            </a:endParaRPr>
          </a:p>
        </p:txBody>
      </p:sp>
      <p:pic>
        <p:nvPicPr>
          <p:cNvPr id="338" name="Google Shape;338;p64"/>
          <p:cNvPicPr preferRelativeResize="0"/>
          <p:nvPr/>
        </p:nvPicPr>
        <p:blipFill>
          <a:blip r:embed="rId4">
            <a:alphaModFix/>
          </a:blip>
          <a:stretch>
            <a:fillRect/>
          </a:stretch>
        </p:blipFill>
        <p:spPr>
          <a:xfrm>
            <a:off x="3829793" y="240625"/>
            <a:ext cx="2265907" cy="2551725"/>
          </a:xfrm>
          <a:prstGeom prst="rect">
            <a:avLst/>
          </a:prstGeom>
          <a:noFill/>
          <a:ln>
            <a:noFill/>
          </a:ln>
        </p:spPr>
      </p:pic>
      <p:pic>
        <p:nvPicPr>
          <p:cNvPr id="339" name="Google Shape;339;p64"/>
          <p:cNvPicPr preferRelativeResize="0"/>
          <p:nvPr/>
        </p:nvPicPr>
        <p:blipFill>
          <a:blip r:embed="rId5">
            <a:alphaModFix/>
          </a:blip>
          <a:stretch>
            <a:fillRect/>
          </a:stretch>
        </p:blipFill>
        <p:spPr>
          <a:xfrm>
            <a:off x="6195255" y="300787"/>
            <a:ext cx="2850594" cy="2431400"/>
          </a:xfrm>
          <a:prstGeom prst="rect">
            <a:avLst/>
          </a:prstGeom>
          <a:noFill/>
          <a:ln>
            <a:noFill/>
          </a:ln>
        </p:spPr>
      </p:pic>
      <p:pic>
        <p:nvPicPr>
          <p:cNvPr id="340" name="Google Shape;340;p64"/>
          <p:cNvPicPr preferRelativeResize="0"/>
          <p:nvPr/>
        </p:nvPicPr>
        <p:blipFill>
          <a:blip r:embed="rId6">
            <a:alphaModFix/>
          </a:blip>
          <a:stretch>
            <a:fillRect/>
          </a:stretch>
        </p:blipFill>
        <p:spPr>
          <a:xfrm>
            <a:off x="5374100" y="2919175"/>
            <a:ext cx="3671750" cy="2068425"/>
          </a:xfrm>
          <a:prstGeom prst="rect">
            <a:avLst/>
          </a:prstGeom>
          <a:noFill/>
          <a:ln>
            <a:noFill/>
          </a:ln>
        </p:spPr>
      </p:pic>
      <p:pic>
        <p:nvPicPr>
          <p:cNvPr id="341" name="Google Shape;341;p64"/>
          <p:cNvPicPr preferRelativeResize="0"/>
          <p:nvPr/>
        </p:nvPicPr>
        <p:blipFill>
          <a:blip r:embed="rId7">
            <a:alphaModFix/>
          </a:blip>
          <a:stretch>
            <a:fillRect/>
          </a:stretch>
        </p:blipFill>
        <p:spPr>
          <a:xfrm>
            <a:off x="920375" y="2957063"/>
            <a:ext cx="3651625" cy="199263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5" name="Shape 345"/>
        <p:cNvGrpSpPr/>
        <p:nvPr/>
      </p:nvGrpSpPr>
      <p:grpSpPr>
        <a:xfrm>
          <a:off x="0" y="0"/>
          <a:ext cx="0" cy="0"/>
          <a:chOff x="0" y="0"/>
          <a:chExt cx="0" cy="0"/>
        </a:xfrm>
      </p:grpSpPr>
      <p:sp>
        <p:nvSpPr>
          <p:cNvPr id="346" name="Google Shape;346;p65"/>
          <p:cNvSpPr txBox="1"/>
          <p:nvPr/>
        </p:nvSpPr>
        <p:spPr>
          <a:xfrm>
            <a:off x="0" y="255675"/>
            <a:ext cx="4396500" cy="1818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s" sz="1500">
                <a:solidFill>
                  <a:schemeClr val="dk1"/>
                </a:solidFill>
                <a:latin typeface="Poppins"/>
                <a:ea typeface="Poppins"/>
                <a:cs typeface="Poppins"/>
                <a:sym typeface="Poppins"/>
              </a:rPr>
              <a:t>Añadidos y tomas en cuenta:</a:t>
            </a:r>
            <a:endParaRPr b="1" sz="1500">
              <a:solidFill>
                <a:schemeClr val="dk1"/>
              </a:solidFill>
              <a:latin typeface="Poppins"/>
              <a:ea typeface="Poppins"/>
              <a:cs typeface="Poppins"/>
              <a:sym typeface="Poppins"/>
            </a:endParaRPr>
          </a:p>
          <a:p>
            <a:pPr indent="-317500" lvl="0" marL="457200" rtl="0" algn="just">
              <a:lnSpc>
                <a:spcPct val="115000"/>
              </a:lnSpc>
              <a:spcBef>
                <a:spcPts val="1000"/>
              </a:spcBef>
              <a:spcAft>
                <a:spcPts val="0"/>
              </a:spcAft>
              <a:buClr>
                <a:schemeClr val="dk1"/>
              </a:buClr>
              <a:buSzPts val="1400"/>
              <a:buFont typeface="Poppins"/>
              <a:buChar char="-"/>
            </a:pPr>
            <a:r>
              <a:rPr lang="es">
                <a:solidFill>
                  <a:schemeClr val="dk1"/>
                </a:solidFill>
                <a:latin typeface="Poppins"/>
                <a:ea typeface="Poppins"/>
                <a:cs typeface="Poppins"/>
                <a:sym typeface="Poppins"/>
              </a:rPr>
              <a:t>Casos específicos y vehículos específicos </a:t>
            </a:r>
            <a:endParaRPr>
              <a:solidFill>
                <a:schemeClr val="dk1"/>
              </a:solidFill>
              <a:latin typeface="Poppins"/>
              <a:ea typeface="Poppins"/>
              <a:cs typeface="Poppins"/>
              <a:sym typeface="Poppins"/>
            </a:endParaRPr>
          </a:p>
          <a:p>
            <a:pPr indent="-317500" lvl="0" marL="457200" rtl="0" algn="just">
              <a:lnSpc>
                <a:spcPct val="115000"/>
              </a:lnSpc>
              <a:spcBef>
                <a:spcPts val="0"/>
              </a:spcBef>
              <a:spcAft>
                <a:spcPts val="0"/>
              </a:spcAft>
              <a:buClr>
                <a:schemeClr val="dk1"/>
              </a:buClr>
              <a:buSzPts val="1400"/>
              <a:buFont typeface="Poppins"/>
              <a:buChar char="-"/>
            </a:pPr>
            <a:r>
              <a:rPr b="1" lang="es">
                <a:solidFill>
                  <a:schemeClr val="dk1"/>
                </a:solidFill>
                <a:latin typeface="Poppins"/>
                <a:ea typeface="Poppins"/>
                <a:cs typeface="Poppins"/>
                <a:sym typeface="Poppins"/>
              </a:rPr>
              <a:t>situaciones especiales </a:t>
            </a:r>
            <a:r>
              <a:rPr lang="es">
                <a:solidFill>
                  <a:schemeClr val="dk1"/>
                </a:solidFill>
                <a:latin typeface="Poppins"/>
                <a:ea typeface="Poppins"/>
                <a:cs typeface="Poppins"/>
                <a:sym typeface="Poppins"/>
              </a:rPr>
              <a:t>(Adelantamiento, velocidades crucero)</a:t>
            </a:r>
            <a:endParaRPr>
              <a:solidFill>
                <a:schemeClr val="dk1"/>
              </a:solidFill>
              <a:latin typeface="Poppins"/>
              <a:ea typeface="Poppins"/>
              <a:cs typeface="Poppins"/>
              <a:sym typeface="Poppins"/>
            </a:endParaRPr>
          </a:p>
          <a:p>
            <a:pPr indent="-323850" lvl="0" marL="457200" rtl="0" algn="just">
              <a:lnSpc>
                <a:spcPct val="115000"/>
              </a:lnSpc>
              <a:spcBef>
                <a:spcPts val="0"/>
              </a:spcBef>
              <a:spcAft>
                <a:spcPts val="0"/>
              </a:spcAft>
              <a:buClr>
                <a:schemeClr val="dk1"/>
              </a:buClr>
              <a:buSzPts val="1500"/>
              <a:buFont typeface="Poppins"/>
              <a:buChar char="-"/>
            </a:pPr>
            <a:r>
              <a:rPr b="1" lang="es">
                <a:solidFill>
                  <a:schemeClr val="dk1"/>
                </a:solidFill>
                <a:latin typeface="Poppins"/>
                <a:ea typeface="Poppins"/>
                <a:cs typeface="Poppins"/>
                <a:sym typeface="Poppins"/>
              </a:rPr>
              <a:t>Sistema inhibición en caso de emergencia</a:t>
            </a:r>
            <a:r>
              <a:rPr lang="es">
                <a:solidFill>
                  <a:schemeClr val="dk1"/>
                </a:solidFill>
                <a:latin typeface="Poppins"/>
                <a:ea typeface="Poppins"/>
                <a:cs typeface="Poppins"/>
                <a:sym typeface="Poppins"/>
              </a:rPr>
              <a:t> (A disposición del Usuario)</a:t>
            </a:r>
            <a:r>
              <a:rPr lang="es" sz="1500">
                <a:solidFill>
                  <a:schemeClr val="dk1"/>
                </a:solidFill>
                <a:latin typeface="Poppins"/>
                <a:ea typeface="Poppins"/>
                <a:cs typeface="Poppins"/>
                <a:sym typeface="Poppins"/>
              </a:rPr>
              <a:t> </a:t>
            </a:r>
            <a:endParaRPr sz="1800">
              <a:solidFill>
                <a:schemeClr val="dk1"/>
              </a:solidFill>
            </a:endParaRPr>
          </a:p>
        </p:txBody>
      </p:sp>
      <p:pic>
        <p:nvPicPr>
          <p:cNvPr id="347" name="Google Shape;347;p65"/>
          <p:cNvPicPr preferRelativeResize="0"/>
          <p:nvPr/>
        </p:nvPicPr>
        <p:blipFill>
          <a:blip r:embed="rId4">
            <a:alphaModFix/>
          </a:blip>
          <a:stretch>
            <a:fillRect/>
          </a:stretch>
        </p:blipFill>
        <p:spPr>
          <a:xfrm>
            <a:off x="4787575" y="255675"/>
            <a:ext cx="3666625" cy="2053300"/>
          </a:xfrm>
          <a:prstGeom prst="rect">
            <a:avLst/>
          </a:prstGeom>
          <a:noFill/>
          <a:ln>
            <a:noFill/>
          </a:ln>
        </p:spPr>
      </p:pic>
      <p:pic>
        <p:nvPicPr>
          <p:cNvPr id="348" name="Google Shape;348;p65"/>
          <p:cNvPicPr preferRelativeResize="0"/>
          <p:nvPr/>
        </p:nvPicPr>
        <p:blipFill>
          <a:blip r:embed="rId5">
            <a:alphaModFix/>
          </a:blip>
          <a:stretch>
            <a:fillRect/>
          </a:stretch>
        </p:blipFill>
        <p:spPr>
          <a:xfrm>
            <a:off x="4719173" y="2451425"/>
            <a:ext cx="3803427" cy="2571750"/>
          </a:xfrm>
          <a:prstGeom prst="rect">
            <a:avLst/>
          </a:prstGeom>
          <a:noFill/>
          <a:ln>
            <a:noFill/>
          </a:ln>
        </p:spPr>
      </p:pic>
      <p:pic>
        <p:nvPicPr>
          <p:cNvPr id="349" name="Google Shape;349;p65"/>
          <p:cNvPicPr preferRelativeResize="0"/>
          <p:nvPr/>
        </p:nvPicPr>
        <p:blipFill>
          <a:blip r:embed="rId6">
            <a:alphaModFix/>
          </a:blip>
          <a:stretch>
            <a:fillRect/>
          </a:stretch>
        </p:blipFill>
        <p:spPr>
          <a:xfrm>
            <a:off x="488850" y="2354938"/>
            <a:ext cx="3907648" cy="27647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3" name="Shape 353"/>
        <p:cNvGrpSpPr/>
        <p:nvPr/>
      </p:nvGrpSpPr>
      <p:grpSpPr>
        <a:xfrm>
          <a:off x="0" y="0"/>
          <a:ext cx="0" cy="0"/>
          <a:chOff x="0" y="0"/>
          <a:chExt cx="0" cy="0"/>
        </a:xfrm>
      </p:grpSpPr>
      <p:pic>
        <p:nvPicPr>
          <p:cNvPr id="354" name="Google Shape;354;p66"/>
          <p:cNvPicPr preferRelativeResize="0"/>
          <p:nvPr/>
        </p:nvPicPr>
        <p:blipFill>
          <a:blip r:embed="rId4">
            <a:alphaModFix/>
          </a:blip>
          <a:stretch>
            <a:fillRect/>
          </a:stretch>
        </p:blipFill>
        <p:spPr>
          <a:xfrm>
            <a:off x="1637813" y="117650"/>
            <a:ext cx="5868374" cy="4908199"/>
          </a:xfrm>
          <a:prstGeom prst="rect">
            <a:avLst/>
          </a:prstGeom>
          <a:noFill/>
          <a:ln>
            <a:noFill/>
          </a:ln>
        </p:spPr>
      </p:pic>
      <p:pic>
        <p:nvPicPr>
          <p:cNvPr id="355" name="Google Shape;355;p66"/>
          <p:cNvPicPr preferRelativeResize="0"/>
          <p:nvPr/>
        </p:nvPicPr>
        <p:blipFill>
          <a:blip r:embed="rId5">
            <a:alphaModFix/>
          </a:blip>
          <a:stretch>
            <a:fillRect/>
          </a:stretch>
        </p:blipFill>
        <p:spPr>
          <a:xfrm>
            <a:off x="1637825" y="117650"/>
            <a:ext cx="1653100" cy="910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9" name="Shape 359"/>
        <p:cNvGrpSpPr/>
        <p:nvPr/>
      </p:nvGrpSpPr>
      <p:grpSpPr>
        <a:xfrm>
          <a:off x="0" y="0"/>
          <a:ext cx="0" cy="0"/>
          <a:chOff x="0" y="0"/>
          <a:chExt cx="0" cy="0"/>
        </a:xfrm>
      </p:grpSpPr>
      <p:pic>
        <p:nvPicPr>
          <p:cNvPr id="360" name="Google Shape;360;p67"/>
          <p:cNvPicPr preferRelativeResize="0"/>
          <p:nvPr/>
        </p:nvPicPr>
        <p:blipFill>
          <a:blip r:embed="rId4">
            <a:alphaModFix/>
          </a:blip>
          <a:stretch>
            <a:fillRect/>
          </a:stretch>
        </p:blipFill>
        <p:spPr>
          <a:xfrm>
            <a:off x="0" y="391050"/>
            <a:ext cx="9144000" cy="43614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4" name="Shape 364"/>
        <p:cNvGrpSpPr/>
        <p:nvPr/>
      </p:nvGrpSpPr>
      <p:grpSpPr>
        <a:xfrm>
          <a:off x="0" y="0"/>
          <a:ext cx="0" cy="0"/>
          <a:chOff x="0" y="0"/>
          <a:chExt cx="0" cy="0"/>
        </a:xfrm>
      </p:grpSpPr>
      <p:sp>
        <p:nvSpPr>
          <p:cNvPr id="365" name="Google Shape;365;p68"/>
          <p:cNvSpPr txBox="1"/>
          <p:nvPr/>
        </p:nvSpPr>
        <p:spPr>
          <a:xfrm>
            <a:off x="2719650" y="1925250"/>
            <a:ext cx="3704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3000">
                <a:solidFill>
                  <a:schemeClr val="dk1"/>
                </a:solidFill>
                <a:latin typeface="Poppins"/>
                <a:ea typeface="Poppins"/>
                <a:cs typeface="Poppins"/>
                <a:sym typeface="Poppins"/>
              </a:rPr>
              <a:t>GRACIAS POR VER</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kills Development by Slidesgo">
  <a:themeElements>
    <a:clrScheme name="Simple Light">
      <a:dk1>
        <a:srgbClr val="4F7DB8"/>
      </a:dk1>
      <a:lt1>
        <a:srgbClr val="FFFFFF"/>
      </a:lt1>
      <a:dk2>
        <a:srgbClr val="22254B"/>
      </a:dk2>
      <a:lt2>
        <a:srgbClr val="DFF0FF"/>
      </a:lt2>
      <a:accent1>
        <a:srgbClr val="FFFFFF"/>
      </a:accent1>
      <a:accent2>
        <a:srgbClr val="FFFFFF"/>
      </a:accent2>
      <a:accent3>
        <a:srgbClr val="FFFFFF"/>
      </a:accent3>
      <a:accent4>
        <a:srgbClr val="FFFFFF"/>
      </a:accent4>
      <a:accent5>
        <a:srgbClr val="FFFFFF"/>
      </a:accent5>
      <a:accent6>
        <a:srgbClr val="FFFFFF"/>
      </a:accent6>
      <a:hlink>
        <a:srgbClr val="DFF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